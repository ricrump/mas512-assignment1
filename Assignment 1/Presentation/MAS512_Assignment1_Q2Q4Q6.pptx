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1"/>
  </p:sldMasterIdLst>
  <p:notesMasterIdLst>
    <p:notesMasterId r:id="rId41"/>
  </p:notesMasterIdLst>
  <p:handoutMasterIdLst>
    <p:handoutMasterId r:id="rId42"/>
  </p:handoutMasterIdLst>
  <p:sldIdLst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iA lys" id="{9676BBD6-6E02-584E-85A4-BB62268581D1}">
          <p14:sldIdLst>
            <p14:sldId id="256"/>
            <p14:sldId id="257"/>
            <p14:sldId id="258"/>
            <p14:sldId id="260"/>
            <p14:sldId id="287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</p14:sldIdLst>
        </p14:section>
        <p14:section name="UiA Mørk" id="{0E8A092F-8967-D348-A65D-392D16C5D400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71"/>
            <p14:sldId id="285"/>
            <p14:sldId id="286"/>
          </p14:sldIdLst>
        </p14:section>
        <p14:section name="Varm grå" id="{DC27DDE4-65AE-494E-ABF5-BFA38B658251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Hjelp" id="{F88D1775-0917-6442-A1B5-9BE1968B0FBC}">
          <p14:sldIdLst>
            <p14:sldId id="276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F8EDDD"/>
    <a:srgbClr val="000000"/>
    <a:srgbClr val="131E29"/>
    <a:srgbClr val="D2002B"/>
    <a:srgbClr val="E1EEFA"/>
    <a:srgbClr val="192343"/>
    <a:srgbClr val="03591D"/>
    <a:srgbClr val="E6F0E6"/>
    <a:srgbClr val="FE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 autoAdjust="0"/>
    <p:restoredTop sz="86438"/>
  </p:normalViewPr>
  <p:slideViewPr>
    <p:cSldViewPr snapToGrid="0" snapToObjects="1">
      <p:cViewPr varScale="1">
        <p:scale>
          <a:sx n="109" d="100"/>
          <a:sy n="109" d="100"/>
        </p:scale>
        <p:origin x="111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80" d="100"/>
        <a:sy n="80" d="100"/>
      </p:scale>
      <p:origin x="0" y="-367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slide" Target="slides/slide1.xml"/><Relationship Id="rId48" Type="http://schemas.openxmlformats.org/officeDocument/2006/relationships/slide" Target="slides/slide2.xml"/><Relationship Id="rId49" Type="http://schemas.openxmlformats.org/officeDocument/2006/relationships/slide" Target="slides/slide3.xml"/><Relationship Id="rId50" Type="http://schemas.openxmlformats.org/officeDocument/2006/relationships/slide" Target="slides/slide4.xml"/><Relationship Id="rId51" Type="http://schemas.openxmlformats.org/officeDocument/2006/relationships/slide" Target="slides/slide5.xml"/><Relationship Id="rId52" Type="http://schemas.openxmlformats.org/officeDocument/2006/relationships/slide" Target="slides/slide6.xml"/><Relationship Id="rId53" Type="http://schemas.openxmlformats.org/officeDocument/2006/relationships/slide" Target="slides/slide7.xml"/><Relationship Id="rId54" Type="http://schemas.openxmlformats.org/officeDocument/2006/relationships/slide" Target="slides/slide8.xml"/><Relationship Id="rId55" Type="http://schemas.openxmlformats.org/officeDocument/2006/relationships/slide" Target="slides/slide9.xml"/><Relationship Id="rId56" Type="http://schemas.openxmlformats.org/officeDocument/2006/relationships/slide" Target="slides/slide10.xml"/><Relationship Id="rId57" Type="http://schemas.openxmlformats.org/officeDocument/2006/relationships/slide" Target="slides/slide11.xml"/><Relationship Id="rId58" Type="http://schemas.openxmlformats.org/officeDocument/2006/relationships/slide" Target="slides/slide12.xml"/><Relationship Id="rId59" Type="http://schemas.openxmlformats.org/officeDocument/2006/relationships/slide" Target="slides/slide13.xml"/><Relationship Id="rId60" Type="http://schemas.openxmlformats.org/officeDocument/2006/relationships/slide" Target="slides/slide14.xml"/><Relationship Id="rId61" Type="http://schemas.openxmlformats.org/officeDocument/2006/relationships/slide" Target="slides/slide15.xml"/><Relationship Id="rId62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DF6FA487-838F-D04F-8406-5F755112B9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5152EBA7-DA70-EC4D-A117-67B35DABCE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B21C5-2699-414D-BD7D-79BFDE2E407F}" type="datetimeFigureOut">
              <a:rPr lang="nb-NO" smtClean="0"/>
              <a:t>09.10.2025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C88727E6-4E02-2446-86EE-F835DDCA5A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E9F6557-4A57-6B4D-B854-D064F36D72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EB4E4-9E3D-7D4B-A350-49EB431CD08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97406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FED17-5FBD-1E4B-BF0D-610BD3BE4D53}" type="datetimeFigureOut">
              <a:rPr lang="nb-NO" smtClean="0"/>
              <a:t>09.10.2025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nb-NO"/>
              <a:t>Rediger tekststiler i malen
Andre nivå
Tredje nivå
Fjerde nivå
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EB604-C9F2-B44F-BBD0-B423C6B3A96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51271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på rød bakgrun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55253A0D-2CFC-1D62-6859-1EBCE3154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pic>
        <p:nvPicPr>
          <p:cNvPr id="3" name="Bilde 2" descr="UiA logo">
            <a:extLst>
              <a:ext uri="{FF2B5EF4-FFF2-40B4-BE49-F238E27FC236}">
                <a16:creationId xmlns:a16="http://schemas.microsoft.com/office/drawing/2014/main" id="{14C717CD-C564-444B-9B54-49514DB5E2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4271" y="3069018"/>
            <a:ext cx="3183458" cy="719965"/>
          </a:xfrm>
          <a:prstGeom prst="rect">
            <a:avLst/>
          </a:prstGeom>
        </p:spPr>
      </p:pic>
      <p:sp>
        <p:nvSpPr>
          <p:cNvPr id="18" name="Friform 17">
            <a:extLst>
              <a:ext uri="{FF2B5EF4-FFF2-40B4-BE49-F238E27FC236}">
                <a16:creationId xmlns:a16="http://schemas.microsoft.com/office/drawing/2014/main" id="{9814FE51-3F35-8004-F605-583BC63BFBCC}"/>
              </a:ext>
            </a:extLst>
          </p:cNvPr>
          <p:cNvSpPr/>
          <p:nvPr userDrawn="1"/>
        </p:nvSpPr>
        <p:spPr>
          <a:xfrm>
            <a:off x="10654748" y="6003807"/>
            <a:ext cx="1012112" cy="370275"/>
          </a:xfrm>
          <a:custGeom>
            <a:avLst/>
            <a:gdLst/>
            <a:ahLst/>
            <a:cxnLst/>
            <a:rect l="l" t="t" r="r" b="b"/>
            <a:pathLst>
              <a:path w="1293971" h="473392">
                <a:moveTo>
                  <a:pt x="1113710" y="365998"/>
                </a:moveTo>
                <a:cubicBezTo>
                  <a:pt x="1088469" y="365998"/>
                  <a:pt x="1073467" y="372665"/>
                  <a:pt x="1073467" y="391477"/>
                </a:cubicBezTo>
                <a:cubicBezTo>
                  <a:pt x="1073467" y="405527"/>
                  <a:pt x="1083230" y="415290"/>
                  <a:pt x="1099184" y="415290"/>
                </a:cubicBezTo>
                <a:cubicBezTo>
                  <a:pt x="1131093" y="415290"/>
                  <a:pt x="1135380" y="394097"/>
                  <a:pt x="1135380" y="370046"/>
                </a:cubicBezTo>
                <a:lnTo>
                  <a:pt x="1135380" y="365998"/>
                </a:lnTo>
                <a:close/>
                <a:moveTo>
                  <a:pt x="1242536" y="317420"/>
                </a:moveTo>
                <a:cubicBezTo>
                  <a:pt x="1215390" y="317420"/>
                  <a:pt x="1204436" y="334565"/>
                  <a:pt x="1204436" y="365522"/>
                </a:cubicBezTo>
                <a:cubicBezTo>
                  <a:pt x="1204436" y="395763"/>
                  <a:pt x="1213246" y="414575"/>
                  <a:pt x="1240869" y="414575"/>
                </a:cubicBezTo>
                <a:cubicBezTo>
                  <a:pt x="1264443" y="414575"/>
                  <a:pt x="1277302" y="394811"/>
                  <a:pt x="1277302" y="363378"/>
                </a:cubicBezTo>
                <a:cubicBezTo>
                  <a:pt x="1277302" y="336708"/>
                  <a:pt x="1264681" y="317420"/>
                  <a:pt x="1242536" y="317420"/>
                </a:cubicBezTo>
                <a:close/>
                <a:moveTo>
                  <a:pt x="446008" y="305990"/>
                </a:moveTo>
                <a:lnTo>
                  <a:pt x="461962" y="305990"/>
                </a:lnTo>
                <a:lnTo>
                  <a:pt x="461962" y="381476"/>
                </a:lnTo>
                <a:cubicBezTo>
                  <a:pt x="461962" y="398145"/>
                  <a:pt x="467201" y="414099"/>
                  <a:pt x="489108" y="414099"/>
                </a:cubicBezTo>
                <a:cubicBezTo>
                  <a:pt x="513635" y="414099"/>
                  <a:pt x="523160" y="400288"/>
                  <a:pt x="523160" y="367903"/>
                </a:cubicBezTo>
                <a:lnTo>
                  <a:pt x="523160" y="305990"/>
                </a:lnTo>
                <a:lnTo>
                  <a:pt x="539114" y="305990"/>
                </a:lnTo>
                <a:lnTo>
                  <a:pt x="539114" y="390763"/>
                </a:lnTo>
                <a:cubicBezTo>
                  <a:pt x="539114" y="402431"/>
                  <a:pt x="539353" y="420052"/>
                  <a:pt x="539353" y="425767"/>
                </a:cubicBezTo>
                <a:lnTo>
                  <a:pt x="523875" y="425767"/>
                </a:lnTo>
                <a:cubicBezTo>
                  <a:pt x="523398" y="422672"/>
                  <a:pt x="523160" y="415052"/>
                  <a:pt x="523160" y="406241"/>
                </a:cubicBezTo>
                <a:cubicBezTo>
                  <a:pt x="517683" y="420052"/>
                  <a:pt x="505777" y="428625"/>
                  <a:pt x="485536" y="428625"/>
                </a:cubicBezTo>
                <a:cubicBezTo>
                  <a:pt x="466963" y="428625"/>
                  <a:pt x="446008" y="420290"/>
                  <a:pt x="446008" y="385048"/>
                </a:cubicBezTo>
                <a:close/>
                <a:moveTo>
                  <a:pt x="1246108" y="303133"/>
                </a:moveTo>
                <a:cubicBezTo>
                  <a:pt x="1274206" y="303133"/>
                  <a:pt x="1293971" y="326469"/>
                  <a:pt x="1293971" y="362664"/>
                </a:cubicBezTo>
                <a:cubicBezTo>
                  <a:pt x="1293971" y="405765"/>
                  <a:pt x="1270873" y="428625"/>
                  <a:pt x="1241821" y="428625"/>
                </a:cubicBezTo>
                <a:cubicBezTo>
                  <a:pt x="1221581" y="428625"/>
                  <a:pt x="1211103" y="419814"/>
                  <a:pt x="1205388" y="409337"/>
                </a:cubicBezTo>
                <a:lnTo>
                  <a:pt x="1205388" y="473392"/>
                </a:lnTo>
                <a:lnTo>
                  <a:pt x="1189434" y="473392"/>
                </a:lnTo>
                <a:lnTo>
                  <a:pt x="1189434" y="335280"/>
                </a:lnTo>
                <a:cubicBezTo>
                  <a:pt x="1189434" y="325517"/>
                  <a:pt x="1189434" y="315039"/>
                  <a:pt x="1189196" y="305990"/>
                </a:cubicBezTo>
                <a:lnTo>
                  <a:pt x="1204674" y="305990"/>
                </a:lnTo>
                <a:cubicBezTo>
                  <a:pt x="1205150" y="310277"/>
                  <a:pt x="1205388" y="317420"/>
                  <a:pt x="1205388" y="326231"/>
                </a:cubicBezTo>
                <a:cubicBezTo>
                  <a:pt x="1212294" y="312896"/>
                  <a:pt x="1224914" y="303133"/>
                  <a:pt x="1246108" y="303133"/>
                </a:cubicBezTo>
                <a:close/>
                <a:moveTo>
                  <a:pt x="1107043" y="303133"/>
                </a:moveTo>
                <a:cubicBezTo>
                  <a:pt x="1135141" y="303133"/>
                  <a:pt x="1150858" y="314801"/>
                  <a:pt x="1150858" y="341471"/>
                </a:cubicBezTo>
                <a:lnTo>
                  <a:pt x="1150858" y="401478"/>
                </a:lnTo>
                <a:cubicBezTo>
                  <a:pt x="1150858" y="412194"/>
                  <a:pt x="1151810" y="422195"/>
                  <a:pt x="1152524" y="425767"/>
                </a:cubicBezTo>
                <a:lnTo>
                  <a:pt x="1137284" y="425767"/>
                </a:lnTo>
                <a:cubicBezTo>
                  <a:pt x="1136332" y="422910"/>
                  <a:pt x="1135618" y="417433"/>
                  <a:pt x="1135380" y="408622"/>
                </a:cubicBezTo>
                <a:cubicBezTo>
                  <a:pt x="1131093" y="416957"/>
                  <a:pt x="1121092" y="428625"/>
                  <a:pt x="1097041" y="428625"/>
                </a:cubicBezTo>
                <a:cubicBezTo>
                  <a:pt x="1068943" y="428625"/>
                  <a:pt x="1057036" y="410527"/>
                  <a:pt x="1057036" y="392430"/>
                </a:cubicBezTo>
                <a:cubicBezTo>
                  <a:pt x="1057036" y="365760"/>
                  <a:pt x="1077753" y="353853"/>
                  <a:pt x="1113472" y="353853"/>
                </a:cubicBezTo>
                <a:lnTo>
                  <a:pt x="1135141" y="353853"/>
                </a:lnTo>
                <a:lnTo>
                  <a:pt x="1135141" y="342423"/>
                </a:lnTo>
                <a:cubicBezTo>
                  <a:pt x="1135141" y="330993"/>
                  <a:pt x="1131570" y="316468"/>
                  <a:pt x="1106566" y="316468"/>
                </a:cubicBezTo>
                <a:cubicBezTo>
                  <a:pt x="1084183" y="316468"/>
                  <a:pt x="1080849" y="327898"/>
                  <a:pt x="1078468" y="337423"/>
                </a:cubicBezTo>
                <a:lnTo>
                  <a:pt x="1062751" y="337423"/>
                </a:lnTo>
                <a:cubicBezTo>
                  <a:pt x="1064180" y="322897"/>
                  <a:pt x="1073229" y="303133"/>
                  <a:pt x="1107043" y="303133"/>
                </a:cubicBezTo>
                <a:close/>
                <a:moveTo>
                  <a:pt x="881062" y="303133"/>
                </a:moveTo>
                <a:cubicBezTo>
                  <a:pt x="909875" y="303133"/>
                  <a:pt x="922734" y="320278"/>
                  <a:pt x="924639" y="337185"/>
                </a:cubicBezTo>
                <a:lnTo>
                  <a:pt x="908923" y="337185"/>
                </a:lnTo>
                <a:cubicBezTo>
                  <a:pt x="907018" y="328136"/>
                  <a:pt x="899874" y="316468"/>
                  <a:pt x="880586" y="316468"/>
                </a:cubicBezTo>
                <a:cubicBezTo>
                  <a:pt x="861536" y="316468"/>
                  <a:pt x="856059" y="325755"/>
                  <a:pt x="856059" y="334565"/>
                </a:cubicBezTo>
                <a:cubicBezTo>
                  <a:pt x="856059" y="344567"/>
                  <a:pt x="861298" y="349567"/>
                  <a:pt x="884158" y="355044"/>
                </a:cubicBezTo>
                <a:cubicBezTo>
                  <a:pt x="919162" y="363378"/>
                  <a:pt x="927020" y="375047"/>
                  <a:pt x="927020" y="392906"/>
                </a:cubicBezTo>
                <a:cubicBezTo>
                  <a:pt x="927020" y="414337"/>
                  <a:pt x="909875" y="428625"/>
                  <a:pt x="882491" y="428625"/>
                </a:cubicBezTo>
                <a:cubicBezTo>
                  <a:pt x="853440" y="428625"/>
                  <a:pt x="838200" y="413623"/>
                  <a:pt x="835104" y="392192"/>
                </a:cubicBezTo>
                <a:lnTo>
                  <a:pt x="851058" y="392192"/>
                </a:lnTo>
                <a:cubicBezTo>
                  <a:pt x="854868" y="406479"/>
                  <a:pt x="865346" y="415290"/>
                  <a:pt x="882967" y="415290"/>
                </a:cubicBezTo>
                <a:cubicBezTo>
                  <a:pt x="902493" y="415290"/>
                  <a:pt x="910351" y="406479"/>
                  <a:pt x="910351" y="394097"/>
                </a:cubicBezTo>
                <a:cubicBezTo>
                  <a:pt x="910351" y="381476"/>
                  <a:pt x="904875" y="375523"/>
                  <a:pt x="879871" y="369570"/>
                </a:cubicBezTo>
                <a:cubicBezTo>
                  <a:pt x="847248" y="361712"/>
                  <a:pt x="839866" y="351710"/>
                  <a:pt x="839866" y="335756"/>
                </a:cubicBezTo>
                <a:cubicBezTo>
                  <a:pt x="839866" y="319087"/>
                  <a:pt x="852487" y="303133"/>
                  <a:pt x="881062" y="303133"/>
                </a:cubicBezTo>
                <a:close/>
                <a:moveTo>
                  <a:pt x="767953" y="303133"/>
                </a:moveTo>
                <a:cubicBezTo>
                  <a:pt x="789860" y="303133"/>
                  <a:pt x="808196" y="315753"/>
                  <a:pt x="808196" y="348377"/>
                </a:cubicBezTo>
                <a:lnTo>
                  <a:pt x="808196" y="425767"/>
                </a:lnTo>
                <a:lnTo>
                  <a:pt x="792241" y="425767"/>
                </a:lnTo>
                <a:lnTo>
                  <a:pt x="792241" y="350520"/>
                </a:lnTo>
                <a:cubicBezTo>
                  <a:pt x="792241" y="330755"/>
                  <a:pt x="784145" y="317658"/>
                  <a:pt x="764381" y="317658"/>
                </a:cubicBezTo>
                <a:cubicBezTo>
                  <a:pt x="738663" y="317658"/>
                  <a:pt x="729138" y="338375"/>
                  <a:pt x="729138" y="363617"/>
                </a:cubicBezTo>
                <a:lnTo>
                  <a:pt x="729138" y="425767"/>
                </a:lnTo>
                <a:lnTo>
                  <a:pt x="713184" y="425767"/>
                </a:lnTo>
                <a:lnTo>
                  <a:pt x="713184" y="336232"/>
                </a:lnTo>
                <a:cubicBezTo>
                  <a:pt x="713184" y="325755"/>
                  <a:pt x="713184" y="315277"/>
                  <a:pt x="712946" y="305990"/>
                </a:cubicBezTo>
                <a:lnTo>
                  <a:pt x="728424" y="305990"/>
                </a:lnTo>
                <a:cubicBezTo>
                  <a:pt x="728900" y="309562"/>
                  <a:pt x="729376" y="323850"/>
                  <a:pt x="729138" y="327422"/>
                </a:cubicBezTo>
                <a:cubicBezTo>
                  <a:pt x="734139" y="315992"/>
                  <a:pt x="743902" y="303133"/>
                  <a:pt x="767953" y="303133"/>
                </a:cubicBezTo>
                <a:close/>
                <a:moveTo>
                  <a:pt x="634603" y="303133"/>
                </a:moveTo>
                <a:cubicBezTo>
                  <a:pt x="656510" y="303133"/>
                  <a:pt x="674846" y="315753"/>
                  <a:pt x="674846" y="348377"/>
                </a:cubicBezTo>
                <a:lnTo>
                  <a:pt x="674846" y="425767"/>
                </a:lnTo>
                <a:lnTo>
                  <a:pt x="658891" y="425767"/>
                </a:lnTo>
                <a:lnTo>
                  <a:pt x="658891" y="350520"/>
                </a:lnTo>
                <a:cubicBezTo>
                  <a:pt x="658891" y="330755"/>
                  <a:pt x="650795" y="317658"/>
                  <a:pt x="631031" y="317658"/>
                </a:cubicBezTo>
                <a:cubicBezTo>
                  <a:pt x="605313" y="317658"/>
                  <a:pt x="595788" y="338375"/>
                  <a:pt x="595788" y="363617"/>
                </a:cubicBezTo>
                <a:lnTo>
                  <a:pt x="595788" y="425767"/>
                </a:lnTo>
                <a:lnTo>
                  <a:pt x="579834" y="425767"/>
                </a:lnTo>
                <a:lnTo>
                  <a:pt x="579834" y="336232"/>
                </a:lnTo>
                <a:cubicBezTo>
                  <a:pt x="579834" y="325755"/>
                  <a:pt x="579834" y="315277"/>
                  <a:pt x="579596" y="305990"/>
                </a:cubicBezTo>
                <a:lnTo>
                  <a:pt x="595074" y="305990"/>
                </a:lnTo>
                <a:cubicBezTo>
                  <a:pt x="595550" y="309562"/>
                  <a:pt x="596026" y="323850"/>
                  <a:pt x="595788" y="327422"/>
                </a:cubicBezTo>
                <a:cubicBezTo>
                  <a:pt x="600789" y="315992"/>
                  <a:pt x="610552" y="303133"/>
                  <a:pt x="634603" y="303133"/>
                </a:cubicBezTo>
                <a:close/>
                <a:moveTo>
                  <a:pt x="951309" y="250507"/>
                </a:moveTo>
                <a:lnTo>
                  <a:pt x="967263" y="250507"/>
                </a:lnTo>
                <a:lnTo>
                  <a:pt x="967263" y="365760"/>
                </a:lnTo>
                <a:cubicBezTo>
                  <a:pt x="977741" y="353853"/>
                  <a:pt x="1007983" y="322659"/>
                  <a:pt x="1024175" y="305990"/>
                </a:cubicBezTo>
                <a:lnTo>
                  <a:pt x="1043701" y="305990"/>
                </a:lnTo>
                <a:lnTo>
                  <a:pt x="997505" y="353139"/>
                </a:lnTo>
                <a:lnTo>
                  <a:pt x="1049416" y="425767"/>
                </a:lnTo>
                <a:lnTo>
                  <a:pt x="1030366" y="425767"/>
                </a:lnTo>
                <a:lnTo>
                  <a:pt x="986313" y="363378"/>
                </a:lnTo>
                <a:lnTo>
                  <a:pt x="967263" y="381714"/>
                </a:lnTo>
                <a:lnTo>
                  <a:pt x="967263" y="425767"/>
                </a:lnTo>
                <a:lnTo>
                  <a:pt x="951309" y="425767"/>
                </a:lnTo>
                <a:close/>
                <a:moveTo>
                  <a:pt x="332184" y="250507"/>
                </a:moveTo>
                <a:lnTo>
                  <a:pt x="348138" y="250507"/>
                </a:lnTo>
                <a:lnTo>
                  <a:pt x="348138" y="365760"/>
                </a:lnTo>
                <a:cubicBezTo>
                  <a:pt x="358616" y="353853"/>
                  <a:pt x="388858" y="322659"/>
                  <a:pt x="405050" y="305990"/>
                </a:cubicBezTo>
                <a:lnTo>
                  <a:pt x="424576" y="305990"/>
                </a:lnTo>
                <a:lnTo>
                  <a:pt x="378380" y="353139"/>
                </a:lnTo>
                <a:lnTo>
                  <a:pt x="430291" y="425767"/>
                </a:lnTo>
                <a:lnTo>
                  <a:pt x="411241" y="425767"/>
                </a:lnTo>
                <a:lnTo>
                  <a:pt x="367188" y="363378"/>
                </a:lnTo>
                <a:lnTo>
                  <a:pt x="348138" y="381714"/>
                </a:lnTo>
                <a:lnTo>
                  <a:pt x="348138" y="425767"/>
                </a:lnTo>
                <a:lnTo>
                  <a:pt x="332184" y="425767"/>
                </a:lnTo>
                <a:close/>
                <a:moveTo>
                  <a:pt x="199310" y="108823"/>
                </a:moveTo>
                <a:cubicBezTo>
                  <a:pt x="174069" y="108823"/>
                  <a:pt x="159067" y="115490"/>
                  <a:pt x="159067" y="134302"/>
                </a:cubicBezTo>
                <a:cubicBezTo>
                  <a:pt x="159067" y="148352"/>
                  <a:pt x="168830" y="158115"/>
                  <a:pt x="184785" y="158115"/>
                </a:cubicBezTo>
                <a:cubicBezTo>
                  <a:pt x="216693" y="158115"/>
                  <a:pt x="220980" y="136922"/>
                  <a:pt x="220980" y="112871"/>
                </a:cubicBezTo>
                <a:lnTo>
                  <a:pt x="220980" y="108823"/>
                </a:lnTo>
                <a:close/>
                <a:moveTo>
                  <a:pt x="1043940" y="60007"/>
                </a:moveTo>
                <a:cubicBezTo>
                  <a:pt x="1018698" y="60007"/>
                  <a:pt x="1006316" y="80486"/>
                  <a:pt x="1006316" y="108585"/>
                </a:cubicBezTo>
                <a:cubicBezTo>
                  <a:pt x="1006316" y="136207"/>
                  <a:pt x="1020841" y="157400"/>
                  <a:pt x="1044416" y="157400"/>
                </a:cubicBezTo>
                <a:cubicBezTo>
                  <a:pt x="1068466" y="157400"/>
                  <a:pt x="1082040" y="137636"/>
                  <a:pt x="1082040" y="108823"/>
                </a:cubicBezTo>
                <a:cubicBezTo>
                  <a:pt x="1082040" y="80962"/>
                  <a:pt x="1068704" y="60007"/>
                  <a:pt x="1043940" y="60007"/>
                </a:cubicBezTo>
                <a:close/>
                <a:moveTo>
                  <a:pt x="718661" y="59531"/>
                </a:moveTo>
                <a:cubicBezTo>
                  <a:pt x="695563" y="59531"/>
                  <a:pt x="685323" y="75485"/>
                  <a:pt x="682942" y="98822"/>
                </a:cubicBezTo>
                <a:lnTo>
                  <a:pt x="752474" y="98822"/>
                </a:lnTo>
                <a:cubicBezTo>
                  <a:pt x="752236" y="76914"/>
                  <a:pt x="740806" y="59531"/>
                  <a:pt x="718661" y="59531"/>
                </a:cubicBezTo>
                <a:close/>
                <a:moveTo>
                  <a:pt x="1173956" y="45958"/>
                </a:moveTo>
                <a:cubicBezTo>
                  <a:pt x="1190863" y="45958"/>
                  <a:pt x="1203483" y="54292"/>
                  <a:pt x="1208008" y="68580"/>
                </a:cubicBezTo>
                <a:cubicBezTo>
                  <a:pt x="1214199" y="56673"/>
                  <a:pt x="1225867" y="45958"/>
                  <a:pt x="1246822" y="45958"/>
                </a:cubicBezTo>
                <a:cubicBezTo>
                  <a:pt x="1265634" y="45958"/>
                  <a:pt x="1284446" y="56912"/>
                  <a:pt x="1284446" y="89773"/>
                </a:cubicBezTo>
                <a:lnTo>
                  <a:pt x="1284446" y="168592"/>
                </a:lnTo>
                <a:lnTo>
                  <a:pt x="1268730" y="168592"/>
                </a:lnTo>
                <a:lnTo>
                  <a:pt x="1268730" y="91678"/>
                </a:lnTo>
                <a:cubicBezTo>
                  <a:pt x="1268730" y="76676"/>
                  <a:pt x="1263253" y="60483"/>
                  <a:pt x="1242536" y="60483"/>
                </a:cubicBezTo>
                <a:cubicBezTo>
                  <a:pt x="1221104" y="60483"/>
                  <a:pt x="1211341" y="77390"/>
                  <a:pt x="1211341" y="99774"/>
                </a:cubicBezTo>
                <a:lnTo>
                  <a:pt x="1211341" y="168592"/>
                </a:lnTo>
                <a:lnTo>
                  <a:pt x="1195863" y="168592"/>
                </a:lnTo>
                <a:lnTo>
                  <a:pt x="1195863" y="92154"/>
                </a:lnTo>
                <a:cubicBezTo>
                  <a:pt x="1195863" y="75485"/>
                  <a:pt x="1190863" y="60483"/>
                  <a:pt x="1170384" y="60483"/>
                </a:cubicBezTo>
                <a:cubicBezTo>
                  <a:pt x="1148953" y="60483"/>
                  <a:pt x="1138475" y="78819"/>
                  <a:pt x="1138475" y="102393"/>
                </a:cubicBezTo>
                <a:lnTo>
                  <a:pt x="1138475" y="168592"/>
                </a:lnTo>
                <a:lnTo>
                  <a:pt x="1122759" y="168592"/>
                </a:lnTo>
                <a:lnTo>
                  <a:pt x="1122759" y="79772"/>
                </a:lnTo>
                <a:cubicBezTo>
                  <a:pt x="1122759" y="69294"/>
                  <a:pt x="1122759" y="58340"/>
                  <a:pt x="1122521" y="48815"/>
                </a:cubicBezTo>
                <a:lnTo>
                  <a:pt x="1137999" y="48815"/>
                </a:lnTo>
                <a:cubicBezTo>
                  <a:pt x="1138237" y="52625"/>
                  <a:pt x="1138713" y="62150"/>
                  <a:pt x="1138475" y="68818"/>
                </a:cubicBezTo>
                <a:cubicBezTo>
                  <a:pt x="1143714" y="57388"/>
                  <a:pt x="1154668" y="45958"/>
                  <a:pt x="1173956" y="45958"/>
                </a:cubicBezTo>
                <a:close/>
                <a:moveTo>
                  <a:pt x="1044654" y="45958"/>
                </a:moveTo>
                <a:cubicBezTo>
                  <a:pt x="1077277" y="45958"/>
                  <a:pt x="1098708" y="70723"/>
                  <a:pt x="1098708" y="108347"/>
                </a:cubicBezTo>
                <a:cubicBezTo>
                  <a:pt x="1098708" y="142398"/>
                  <a:pt x="1079658" y="171450"/>
                  <a:pt x="1043463" y="171450"/>
                </a:cubicBezTo>
                <a:cubicBezTo>
                  <a:pt x="1010126" y="171450"/>
                  <a:pt x="989885" y="144780"/>
                  <a:pt x="989885" y="108823"/>
                </a:cubicBezTo>
                <a:cubicBezTo>
                  <a:pt x="989885" y="74057"/>
                  <a:pt x="1009411" y="45958"/>
                  <a:pt x="1044654" y="45958"/>
                </a:cubicBezTo>
                <a:close/>
                <a:moveTo>
                  <a:pt x="853678" y="45958"/>
                </a:moveTo>
                <a:cubicBezTo>
                  <a:pt x="875585" y="45958"/>
                  <a:pt x="893921" y="58578"/>
                  <a:pt x="893921" y="91202"/>
                </a:cubicBezTo>
                <a:lnTo>
                  <a:pt x="893921" y="168592"/>
                </a:lnTo>
                <a:lnTo>
                  <a:pt x="877966" y="168592"/>
                </a:lnTo>
                <a:lnTo>
                  <a:pt x="877966" y="93345"/>
                </a:lnTo>
                <a:cubicBezTo>
                  <a:pt x="877966" y="73580"/>
                  <a:pt x="869870" y="60483"/>
                  <a:pt x="850106" y="60483"/>
                </a:cubicBezTo>
                <a:cubicBezTo>
                  <a:pt x="824388" y="60483"/>
                  <a:pt x="814863" y="81200"/>
                  <a:pt x="814863" y="106442"/>
                </a:cubicBezTo>
                <a:lnTo>
                  <a:pt x="814863" y="168592"/>
                </a:lnTo>
                <a:lnTo>
                  <a:pt x="798909" y="168592"/>
                </a:lnTo>
                <a:lnTo>
                  <a:pt x="798909" y="79057"/>
                </a:lnTo>
                <a:cubicBezTo>
                  <a:pt x="798909" y="68580"/>
                  <a:pt x="798909" y="58102"/>
                  <a:pt x="798671" y="48815"/>
                </a:cubicBezTo>
                <a:lnTo>
                  <a:pt x="814149" y="48815"/>
                </a:lnTo>
                <a:cubicBezTo>
                  <a:pt x="814625" y="52387"/>
                  <a:pt x="815101" y="66675"/>
                  <a:pt x="814863" y="70247"/>
                </a:cubicBezTo>
                <a:cubicBezTo>
                  <a:pt x="819864" y="58817"/>
                  <a:pt x="829627" y="45958"/>
                  <a:pt x="853678" y="45958"/>
                </a:cubicBezTo>
                <a:close/>
                <a:moveTo>
                  <a:pt x="718899" y="45958"/>
                </a:moveTo>
                <a:cubicBezTo>
                  <a:pt x="756761" y="45958"/>
                  <a:pt x="768905" y="77390"/>
                  <a:pt x="768905" y="101203"/>
                </a:cubicBezTo>
                <a:cubicBezTo>
                  <a:pt x="768905" y="104775"/>
                  <a:pt x="768905" y="108108"/>
                  <a:pt x="768667" y="111204"/>
                </a:cubicBezTo>
                <a:lnTo>
                  <a:pt x="682228" y="111204"/>
                </a:lnTo>
                <a:cubicBezTo>
                  <a:pt x="682228" y="139065"/>
                  <a:pt x="696277" y="157400"/>
                  <a:pt x="718184" y="157400"/>
                </a:cubicBezTo>
                <a:cubicBezTo>
                  <a:pt x="739140" y="157400"/>
                  <a:pt x="746045" y="145970"/>
                  <a:pt x="750093" y="136683"/>
                </a:cubicBezTo>
                <a:lnTo>
                  <a:pt x="766286" y="136683"/>
                </a:lnTo>
                <a:cubicBezTo>
                  <a:pt x="761285" y="152400"/>
                  <a:pt x="748664" y="171450"/>
                  <a:pt x="717708" y="171450"/>
                </a:cubicBezTo>
                <a:cubicBezTo>
                  <a:pt x="680561" y="171450"/>
                  <a:pt x="666035" y="140493"/>
                  <a:pt x="666035" y="109775"/>
                </a:cubicBezTo>
                <a:cubicBezTo>
                  <a:pt x="666035" y="75009"/>
                  <a:pt x="683418" y="45958"/>
                  <a:pt x="718899" y="45958"/>
                </a:cubicBezTo>
                <a:close/>
                <a:moveTo>
                  <a:pt x="526256" y="45958"/>
                </a:moveTo>
                <a:cubicBezTo>
                  <a:pt x="543163" y="45958"/>
                  <a:pt x="555783" y="54292"/>
                  <a:pt x="560308" y="68580"/>
                </a:cubicBezTo>
                <a:cubicBezTo>
                  <a:pt x="566499" y="56673"/>
                  <a:pt x="578167" y="45958"/>
                  <a:pt x="599122" y="45958"/>
                </a:cubicBezTo>
                <a:cubicBezTo>
                  <a:pt x="617934" y="45958"/>
                  <a:pt x="636746" y="56912"/>
                  <a:pt x="636746" y="89773"/>
                </a:cubicBezTo>
                <a:lnTo>
                  <a:pt x="636746" y="168592"/>
                </a:lnTo>
                <a:lnTo>
                  <a:pt x="621030" y="168592"/>
                </a:lnTo>
                <a:lnTo>
                  <a:pt x="621030" y="91678"/>
                </a:lnTo>
                <a:cubicBezTo>
                  <a:pt x="621030" y="76676"/>
                  <a:pt x="615553" y="60483"/>
                  <a:pt x="594836" y="60483"/>
                </a:cubicBezTo>
                <a:cubicBezTo>
                  <a:pt x="573404" y="60483"/>
                  <a:pt x="563641" y="77390"/>
                  <a:pt x="563641" y="99774"/>
                </a:cubicBezTo>
                <a:lnTo>
                  <a:pt x="563641" y="168592"/>
                </a:lnTo>
                <a:lnTo>
                  <a:pt x="548163" y="168592"/>
                </a:lnTo>
                <a:lnTo>
                  <a:pt x="548163" y="92154"/>
                </a:lnTo>
                <a:cubicBezTo>
                  <a:pt x="548163" y="75485"/>
                  <a:pt x="543163" y="60483"/>
                  <a:pt x="522684" y="60483"/>
                </a:cubicBezTo>
                <a:cubicBezTo>
                  <a:pt x="501253" y="60483"/>
                  <a:pt x="490775" y="78819"/>
                  <a:pt x="490775" y="102393"/>
                </a:cubicBezTo>
                <a:lnTo>
                  <a:pt x="490775" y="168592"/>
                </a:lnTo>
                <a:lnTo>
                  <a:pt x="475059" y="168592"/>
                </a:lnTo>
                <a:lnTo>
                  <a:pt x="475059" y="79772"/>
                </a:lnTo>
                <a:cubicBezTo>
                  <a:pt x="475059" y="69294"/>
                  <a:pt x="475059" y="58340"/>
                  <a:pt x="474821" y="48815"/>
                </a:cubicBezTo>
                <a:lnTo>
                  <a:pt x="490299" y="48815"/>
                </a:lnTo>
                <a:cubicBezTo>
                  <a:pt x="490537" y="52625"/>
                  <a:pt x="491013" y="62150"/>
                  <a:pt x="490775" y="68818"/>
                </a:cubicBezTo>
                <a:cubicBezTo>
                  <a:pt x="496014" y="57388"/>
                  <a:pt x="506968" y="45958"/>
                  <a:pt x="526256" y="45958"/>
                </a:cubicBezTo>
                <a:close/>
                <a:moveTo>
                  <a:pt x="326231" y="45958"/>
                </a:moveTo>
                <a:cubicBezTo>
                  <a:pt x="343138" y="45958"/>
                  <a:pt x="355758" y="54292"/>
                  <a:pt x="360283" y="68580"/>
                </a:cubicBezTo>
                <a:cubicBezTo>
                  <a:pt x="366474" y="56673"/>
                  <a:pt x="378142" y="45958"/>
                  <a:pt x="399097" y="45958"/>
                </a:cubicBezTo>
                <a:cubicBezTo>
                  <a:pt x="417909" y="45958"/>
                  <a:pt x="436721" y="56912"/>
                  <a:pt x="436721" y="89773"/>
                </a:cubicBezTo>
                <a:lnTo>
                  <a:pt x="436721" y="168592"/>
                </a:lnTo>
                <a:lnTo>
                  <a:pt x="421004" y="168592"/>
                </a:lnTo>
                <a:lnTo>
                  <a:pt x="421004" y="91678"/>
                </a:lnTo>
                <a:cubicBezTo>
                  <a:pt x="421004" y="76676"/>
                  <a:pt x="415528" y="60483"/>
                  <a:pt x="394811" y="60483"/>
                </a:cubicBezTo>
                <a:cubicBezTo>
                  <a:pt x="373379" y="60483"/>
                  <a:pt x="363616" y="77390"/>
                  <a:pt x="363616" y="99774"/>
                </a:cubicBezTo>
                <a:lnTo>
                  <a:pt x="363616" y="168592"/>
                </a:lnTo>
                <a:lnTo>
                  <a:pt x="348138" y="168592"/>
                </a:lnTo>
                <a:lnTo>
                  <a:pt x="348138" y="92154"/>
                </a:lnTo>
                <a:cubicBezTo>
                  <a:pt x="348138" y="75485"/>
                  <a:pt x="343138" y="60483"/>
                  <a:pt x="322659" y="60483"/>
                </a:cubicBezTo>
                <a:cubicBezTo>
                  <a:pt x="301228" y="60483"/>
                  <a:pt x="290750" y="78819"/>
                  <a:pt x="290750" y="102393"/>
                </a:cubicBezTo>
                <a:lnTo>
                  <a:pt x="290750" y="168592"/>
                </a:lnTo>
                <a:lnTo>
                  <a:pt x="275034" y="168592"/>
                </a:lnTo>
                <a:lnTo>
                  <a:pt x="275034" y="79772"/>
                </a:lnTo>
                <a:cubicBezTo>
                  <a:pt x="275034" y="69294"/>
                  <a:pt x="275034" y="58340"/>
                  <a:pt x="274796" y="48815"/>
                </a:cubicBezTo>
                <a:lnTo>
                  <a:pt x="290274" y="48815"/>
                </a:lnTo>
                <a:cubicBezTo>
                  <a:pt x="290512" y="52625"/>
                  <a:pt x="290988" y="62150"/>
                  <a:pt x="290750" y="68818"/>
                </a:cubicBezTo>
                <a:cubicBezTo>
                  <a:pt x="295989" y="57388"/>
                  <a:pt x="306943" y="45958"/>
                  <a:pt x="326231" y="45958"/>
                </a:cubicBezTo>
                <a:close/>
                <a:moveTo>
                  <a:pt x="192643" y="45958"/>
                </a:moveTo>
                <a:cubicBezTo>
                  <a:pt x="220741" y="45958"/>
                  <a:pt x="236458" y="57626"/>
                  <a:pt x="236458" y="84296"/>
                </a:cubicBezTo>
                <a:lnTo>
                  <a:pt x="236458" y="144303"/>
                </a:lnTo>
                <a:cubicBezTo>
                  <a:pt x="236458" y="155019"/>
                  <a:pt x="237410" y="165020"/>
                  <a:pt x="238124" y="168592"/>
                </a:cubicBezTo>
                <a:lnTo>
                  <a:pt x="222885" y="168592"/>
                </a:lnTo>
                <a:cubicBezTo>
                  <a:pt x="221932" y="165735"/>
                  <a:pt x="221218" y="160258"/>
                  <a:pt x="220980" y="151447"/>
                </a:cubicBezTo>
                <a:cubicBezTo>
                  <a:pt x="216693" y="159782"/>
                  <a:pt x="206692" y="171450"/>
                  <a:pt x="182641" y="171450"/>
                </a:cubicBezTo>
                <a:cubicBezTo>
                  <a:pt x="154543" y="171450"/>
                  <a:pt x="142636" y="153352"/>
                  <a:pt x="142636" y="135255"/>
                </a:cubicBezTo>
                <a:cubicBezTo>
                  <a:pt x="142636" y="108585"/>
                  <a:pt x="163353" y="96678"/>
                  <a:pt x="199072" y="96678"/>
                </a:cubicBezTo>
                <a:lnTo>
                  <a:pt x="220741" y="96678"/>
                </a:lnTo>
                <a:lnTo>
                  <a:pt x="220741" y="85248"/>
                </a:lnTo>
                <a:cubicBezTo>
                  <a:pt x="220741" y="73818"/>
                  <a:pt x="217170" y="59293"/>
                  <a:pt x="192166" y="59293"/>
                </a:cubicBezTo>
                <a:cubicBezTo>
                  <a:pt x="169783" y="59293"/>
                  <a:pt x="166449" y="70723"/>
                  <a:pt x="164068" y="80248"/>
                </a:cubicBezTo>
                <a:lnTo>
                  <a:pt x="148351" y="80248"/>
                </a:lnTo>
                <a:cubicBezTo>
                  <a:pt x="149780" y="65722"/>
                  <a:pt x="158829" y="45958"/>
                  <a:pt x="192643" y="45958"/>
                </a:cubicBezTo>
                <a:close/>
                <a:moveTo>
                  <a:pt x="60245" y="0"/>
                </a:moveTo>
                <a:cubicBezTo>
                  <a:pt x="98107" y="0"/>
                  <a:pt x="114061" y="22622"/>
                  <a:pt x="116205" y="43577"/>
                </a:cubicBezTo>
                <a:lnTo>
                  <a:pt x="98821" y="43577"/>
                </a:lnTo>
                <a:cubicBezTo>
                  <a:pt x="95250" y="27146"/>
                  <a:pt x="84772" y="14525"/>
                  <a:pt x="59531" y="14525"/>
                </a:cubicBezTo>
                <a:cubicBezTo>
                  <a:pt x="37147" y="14525"/>
                  <a:pt x="24765" y="24765"/>
                  <a:pt x="24765" y="42148"/>
                </a:cubicBezTo>
                <a:cubicBezTo>
                  <a:pt x="24765" y="59055"/>
                  <a:pt x="35004" y="65722"/>
                  <a:pt x="65008" y="73104"/>
                </a:cubicBezTo>
                <a:cubicBezTo>
                  <a:pt x="112156" y="84772"/>
                  <a:pt x="119776" y="103346"/>
                  <a:pt x="119776" y="124063"/>
                </a:cubicBezTo>
                <a:cubicBezTo>
                  <a:pt x="119776" y="149542"/>
                  <a:pt x="100965" y="170497"/>
                  <a:pt x="61436" y="170497"/>
                </a:cubicBezTo>
                <a:cubicBezTo>
                  <a:pt x="19764" y="170497"/>
                  <a:pt x="3333" y="146923"/>
                  <a:pt x="0" y="123110"/>
                </a:cubicBezTo>
                <a:lnTo>
                  <a:pt x="17621" y="123110"/>
                </a:lnTo>
                <a:cubicBezTo>
                  <a:pt x="22383" y="144303"/>
                  <a:pt x="36433" y="156448"/>
                  <a:pt x="62388" y="156448"/>
                </a:cubicBezTo>
                <a:cubicBezTo>
                  <a:pt x="90725" y="156448"/>
                  <a:pt x="101679" y="142637"/>
                  <a:pt x="101679" y="125492"/>
                </a:cubicBezTo>
                <a:cubicBezTo>
                  <a:pt x="101679" y="107632"/>
                  <a:pt x="93583" y="97155"/>
                  <a:pt x="58340" y="88582"/>
                </a:cubicBezTo>
                <a:cubicBezTo>
                  <a:pt x="21431" y="79295"/>
                  <a:pt x="6905" y="67151"/>
                  <a:pt x="6905" y="43338"/>
                </a:cubicBezTo>
                <a:cubicBezTo>
                  <a:pt x="6905" y="20240"/>
                  <a:pt x="23812" y="0"/>
                  <a:pt x="60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2569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 red backgroun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iform 3">
            <a:extLst>
              <a:ext uri="{FF2B5EF4-FFF2-40B4-BE49-F238E27FC236}">
                <a16:creationId xmlns:a16="http://schemas.microsoft.com/office/drawing/2014/main" id="{CE910A25-1AF3-ADFE-E52B-0371EFAA6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pic>
        <p:nvPicPr>
          <p:cNvPr id="3" name="Bilde 2" descr="UiA logo">
            <a:extLst>
              <a:ext uri="{FF2B5EF4-FFF2-40B4-BE49-F238E27FC236}">
                <a16:creationId xmlns:a16="http://schemas.microsoft.com/office/drawing/2014/main" id="{2E5B0986-EDA4-E645-A2CC-7235DFEBFA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9870" y="3104583"/>
            <a:ext cx="3492261" cy="648835"/>
          </a:xfrm>
          <a:prstGeom prst="rect">
            <a:avLst/>
          </a:prstGeom>
        </p:spPr>
      </p:pic>
      <p:sp>
        <p:nvSpPr>
          <p:cNvPr id="2" name="Friform 1">
            <a:extLst>
              <a:ext uri="{FF2B5EF4-FFF2-40B4-BE49-F238E27FC236}">
                <a16:creationId xmlns:a16="http://schemas.microsoft.com/office/drawing/2014/main" id="{70D54F4D-50F1-D4E6-40EB-310BE3BED051}"/>
              </a:ext>
            </a:extLst>
          </p:cNvPr>
          <p:cNvSpPr/>
          <p:nvPr userDrawn="1"/>
        </p:nvSpPr>
        <p:spPr>
          <a:xfrm>
            <a:off x="10793896" y="5852071"/>
            <a:ext cx="856161" cy="580617"/>
          </a:xfrm>
          <a:custGeom>
            <a:avLst/>
            <a:gdLst/>
            <a:ahLst/>
            <a:cxnLst/>
            <a:rect l="l" t="t" r="r" b="b"/>
            <a:pathLst>
              <a:path w="1104662" h="749141">
                <a:moveTo>
                  <a:pt x="501253" y="590550"/>
                </a:moveTo>
                <a:cubicBezTo>
                  <a:pt x="476012" y="590550"/>
                  <a:pt x="464820" y="611981"/>
                  <a:pt x="464820" y="638651"/>
                </a:cubicBezTo>
                <a:cubicBezTo>
                  <a:pt x="464820" y="665560"/>
                  <a:pt x="478869" y="684610"/>
                  <a:pt x="500539" y="684610"/>
                </a:cubicBezTo>
                <a:cubicBezTo>
                  <a:pt x="528637" y="684610"/>
                  <a:pt x="536972" y="666036"/>
                  <a:pt x="536972" y="636985"/>
                </a:cubicBezTo>
                <a:cubicBezTo>
                  <a:pt x="536972" y="607457"/>
                  <a:pt x="528399" y="590550"/>
                  <a:pt x="501253" y="590550"/>
                </a:cubicBezTo>
                <a:close/>
                <a:moveTo>
                  <a:pt x="378381" y="590550"/>
                </a:moveTo>
                <a:cubicBezTo>
                  <a:pt x="353139" y="590550"/>
                  <a:pt x="340757" y="611029"/>
                  <a:pt x="340757" y="639128"/>
                </a:cubicBezTo>
                <a:cubicBezTo>
                  <a:pt x="340757" y="666750"/>
                  <a:pt x="355283" y="687943"/>
                  <a:pt x="378857" y="687943"/>
                </a:cubicBezTo>
                <a:cubicBezTo>
                  <a:pt x="402907" y="687943"/>
                  <a:pt x="416481" y="668179"/>
                  <a:pt x="416481" y="639366"/>
                </a:cubicBezTo>
                <a:cubicBezTo>
                  <a:pt x="416481" y="611505"/>
                  <a:pt x="403145" y="590550"/>
                  <a:pt x="378381" y="590550"/>
                </a:cubicBezTo>
                <a:close/>
                <a:moveTo>
                  <a:pt x="967502" y="590074"/>
                </a:moveTo>
                <a:cubicBezTo>
                  <a:pt x="944404" y="590074"/>
                  <a:pt x="934164" y="606028"/>
                  <a:pt x="931783" y="629365"/>
                </a:cubicBezTo>
                <a:lnTo>
                  <a:pt x="1001315" y="629365"/>
                </a:lnTo>
                <a:cubicBezTo>
                  <a:pt x="1001077" y="607457"/>
                  <a:pt x="989647" y="590074"/>
                  <a:pt x="967502" y="590074"/>
                </a:cubicBezTo>
                <a:close/>
                <a:moveTo>
                  <a:pt x="634127" y="590074"/>
                </a:moveTo>
                <a:cubicBezTo>
                  <a:pt x="611029" y="590074"/>
                  <a:pt x="600789" y="606028"/>
                  <a:pt x="598408" y="629365"/>
                </a:cubicBezTo>
                <a:lnTo>
                  <a:pt x="667941" y="629365"/>
                </a:lnTo>
                <a:cubicBezTo>
                  <a:pt x="667702" y="607457"/>
                  <a:pt x="656272" y="590074"/>
                  <a:pt x="634127" y="590074"/>
                </a:cubicBezTo>
                <a:close/>
                <a:moveTo>
                  <a:pt x="1104662" y="576501"/>
                </a:moveTo>
                <a:lnTo>
                  <a:pt x="1104662" y="592931"/>
                </a:lnTo>
                <a:cubicBezTo>
                  <a:pt x="1079897" y="594122"/>
                  <a:pt x="1063704" y="609362"/>
                  <a:pt x="1063704" y="638651"/>
                </a:cubicBezTo>
                <a:lnTo>
                  <a:pt x="1063704" y="699135"/>
                </a:lnTo>
                <a:lnTo>
                  <a:pt x="1047750" y="699135"/>
                </a:lnTo>
                <a:lnTo>
                  <a:pt x="1047750" y="611981"/>
                </a:lnTo>
                <a:cubicBezTo>
                  <a:pt x="1047750" y="593408"/>
                  <a:pt x="1047512" y="584359"/>
                  <a:pt x="1047512" y="579358"/>
                </a:cubicBezTo>
                <a:lnTo>
                  <a:pt x="1062990" y="579358"/>
                </a:lnTo>
                <a:cubicBezTo>
                  <a:pt x="1063466" y="582930"/>
                  <a:pt x="1063704" y="591503"/>
                  <a:pt x="1063704" y="605076"/>
                </a:cubicBezTo>
                <a:cubicBezTo>
                  <a:pt x="1070372" y="587931"/>
                  <a:pt x="1085135" y="577215"/>
                  <a:pt x="1104662" y="576501"/>
                </a:cubicBezTo>
                <a:close/>
                <a:moveTo>
                  <a:pt x="967740" y="576501"/>
                </a:moveTo>
                <a:cubicBezTo>
                  <a:pt x="1005602" y="576501"/>
                  <a:pt x="1017746" y="607933"/>
                  <a:pt x="1017746" y="631746"/>
                </a:cubicBezTo>
                <a:cubicBezTo>
                  <a:pt x="1017746" y="635318"/>
                  <a:pt x="1017746" y="638651"/>
                  <a:pt x="1017508" y="641747"/>
                </a:cubicBezTo>
                <a:lnTo>
                  <a:pt x="931069" y="641747"/>
                </a:lnTo>
                <a:cubicBezTo>
                  <a:pt x="931069" y="669608"/>
                  <a:pt x="945118" y="687943"/>
                  <a:pt x="967025" y="687943"/>
                </a:cubicBezTo>
                <a:cubicBezTo>
                  <a:pt x="987981" y="687943"/>
                  <a:pt x="994886" y="676513"/>
                  <a:pt x="998934" y="667226"/>
                </a:cubicBezTo>
                <a:lnTo>
                  <a:pt x="1015127" y="667226"/>
                </a:lnTo>
                <a:cubicBezTo>
                  <a:pt x="1010126" y="682943"/>
                  <a:pt x="997505" y="701993"/>
                  <a:pt x="966549" y="701993"/>
                </a:cubicBezTo>
                <a:cubicBezTo>
                  <a:pt x="929402" y="701993"/>
                  <a:pt x="914876" y="671036"/>
                  <a:pt x="914876" y="640318"/>
                </a:cubicBezTo>
                <a:cubicBezTo>
                  <a:pt x="914876" y="605552"/>
                  <a:pt x="932259" y="576501"/>
                  <a:pt x="967740" y="576501"/>
                </a:cubicBezTo>
                <a:close/>
                <a:moveTo>
                  <a:pt x="634365" y="576501"/>
                </a:moveTo>
                <a:cubicBezTo>
                  <a:pt x="672227" y="576501"/>
                  <a:pt x="684371" y="607933"/>
                  <a:pt x="684371" y="631746"/>
                </a:cubicBezTo>
                <a:cubicBezTo>
                  <a:pt x="684371" y="635318"/>
                  <a:pt x="684371" y="638651"/>
                  <a:pt x="684133" y="641747"/>
                </a:cubicBezTo>
                <a:lnTo>
                  <a:pt x="597694" y="641747"/>
                </a:lnTo>
                <a:cubicBezTo>
                  <a:pt x="597694" y="669608"/>
                  <a:pt x="611743" y="687943"/>
                  <a:pt x="633651" y="687943"/>
                </a:cubicBezTo>
                <a:cubicBezTo>
                  <a:pt x="654605" y="687943"/>
                  <a:pt x="661511" y="676513"/>
                  <a:pt x="665559" y="667226"/>
                </a:cubicBezTo>
                <a:lnTo>
                  <a:pt x="681752" y="667226"/>
                </a:lnTo>
                <a:cubicBezTo>
                  <a:pt x="676751" y="682943"/>
                  <a:pt x="664131" y="701993"/>
                  <a:pt x="633174" y="701993"/>
                </a:cubicBezTo>
                <a:cubicBezTo>
                  <a:pt x="596027" y="701993"/>
                  <a:pt x="581501" y="671036"/>
                  <a:pt x="581501" y="640318"/>
                </a:cubicBezTo>
                <a:cubicBezTo>
                  <a:pt x="581501" y="605552"/>
                  <a:pt x="598884" y="576501"/>
                  <a:pt x="634365" y="576501"/>
                </a:cubicBezTo>
                <a:close/>
                <a:moveTo>
                  <a:pt x="499586" y="576501"/>
                </a:moveTo>
                <a:cubicBezTo>
                  <a:pt x="523399" y="576501"/>
                  <a:pt x="533400" y="587693"/>
                  <a:pt x="536496" y="596503"/>
                </a:cubicBezTo>
                <a:cubicBezTo>
                  <a:pt x="536734" y="590312"/>
                  <a:pt x="537210" y="581978"/>
                  <a:pt x="537448" y="579358"/>
                </a:cubicBezTo>
                <a:lnTo>
                  <a:pt x="552450" y="579358"/>
                </a:lnTo>
                <a:cubicBezTo>
                  <a:pt x="552450" y="584835"/>
                  <a:pt x="551974" y="602456"/>
                  <a:pt x="551974" y="613886"/>
                </a:cubicBezTo>
                <a:lnTo>
                  <a:pt x="551974" y="689848"/>
                </a:lnTo>
                <a:cubicBezTo>
                  <a:pt x="551974" y="728186"/>
                  <a:pt x="535543" y="749141"/>
                  <a:pt x="498634" y="749141"/>
                </a:cubicBezTo>
                <a:cubicBezTo>
                  <a:pt x="465296" y="749141"/>
                  <a:pt x="453152" y="730330"/>
                  <a:pt x="450532" y="712946"/>
                </a:cubicBezTo>
                <a:lnTo>
                  <a:pt x="466725" y="712946"/>
                </a:lnTo>
                <a:cubicBezTo>
                  <a:pt x="470773" y="727948"/>
                  <a:pt x="482917" y="735330"/>
                  <a:pt x="499348" y="735330"/>
                </a:cubicBezTo>
                <a:cubicBezTo>
                  <a:pt x="528875" y="735330"/>
                  <a:pt x="536496" y="716518"/>
                  <a:pt x="536496" y="687467"/>
                </a:cubicBezTo>
                <a:lnTo>
                  <a:pt x="536496" y="676275"/>
                </a:lnTo>
                <a:cubicBezTo>
                  <a:pt x="530066" y="690801"/>
                  <a:pt x="518636" y="698897"/>
                  <a:pt x="497681" y="698897"/>
                </a:cubicBezTo>
                <a:cubicBezTo>
                  <a:pt x="468868" y="698897"/>
                  <a:pt x="448151" y="675561"/>
                  <a:pt x="448151" y="639366"/>
                </a:cubicBezTo>
                <a:cubicBezTo>
                  <a:pt x="448151" y="599599"/>
                  <a:pt x="471011" y="576501"/>
                  <a:pt x="499586" y="576501"/>
                </a:cubicBezTo>
                <a:close/>
                <a:moveTo>
                  <a:pt x="379095" y="576501"/>
                </a:moveTo>
                <a:cubicBezTo>
                  <a:pt x="411718" y="576501"/>
                  <a:pt x="433149" y="601266"/>
                  <a:pt x="433149" y="638890"/>
                </a:cubicBezTo>
                <a:cubicBezTo>
                  <a:pt x="433149" y="672941"/>
                  <a:pt x="414099" y="701993"/>
                  <a:pt x="377904" y="701993"/>
                </a:cubicBezTo>
                <a:cubicBezTo>
                  <a:pt x="344567" y="701993"/>
                  <a:pt x="324326" y="675323"/>
                  <a:pt x="324326" y="639366"/>
                </a:cubicBezTo>
                <a:cubicBezTo>
                  <a:pt x="324326" y="604600"/>
                  <a:pt x="343853" y="576501"/>
                  <a:pt x="379095" y="576501"/>
                </a:cubicBezTo>
                <a:close/>
                <a:moveTo>
                  <a:pt x="719137" y="542925"/>
                </a:moveTo>
                <a:lnTo>
                  <a:pt x="735092" y="542925"/>
                </a:lnTo>
                <a:lnTo>
                  <a:pt x="735092" y="579358"/>
                </a:lnTo>
                <a:lnTo>
                  <a:pt x="762714" y="579358"/>
                </a:lnTo>
                <a:lnTo>
                  <a:pt x="762714" y="593170"/>
                </a:lnTo>
                <a:lnTo>
                  <a:pt x="735092" y="593170"/>
                </a:lnTo>
                <a:lnTo>
                  <a:pt x="735092" y="667465"/>
                </a:lnTo>
                <a:cubicBezTo>
                  <a:pt x="735092" y="680085"/>
                  <a:pt x="737949" y="686991"/>
                  <a:pt x="749141" y="686991"/>
                </a:cubicBezTo>
                <a:cubicBezTo>
                  <a:pt x="752475" y="686991"/>
                  <a:pt x="756999" y="686753"/>
                  <a:pt x="760571" y="685800"/>
                </a:cubicBezTo>
                <a:lnTo>
                  <a:pt x="760571" y="698659"/>
                </a:lnTo>
                <a:cubicBezTo>
                  <a:pt x="756047" y="700326"/>
                  <a:pt x="749855" y="700802"/>
                  <a:pt x="744379" y="700802"/>
                </a:cubicBezTo>
                <a:cubicBezTo>
                  <a:pt x="727472" y="700802"/>
                  <a:pt x="719137" y="692230"/>
                  <a:pt x="719137" y="672703"/>
                </a:cubicBezTo>
                <a:lnTo>
                  <a:pt x="719137" y="593170"/>
                </a:lnTo>
                <a:lnTo>
                  <a:pt x="697468" y="593170"/>
                </a:lnTo>
                <a:lnTo>
                  <a:pt x="697468" y="579358"/>
                </a:lnTo>
                <a:lnTo>
                  <a:pt x="719137" y="579358"/>
                </a:lnTo>
                <a:close/>
                <a:moveTo>
                  <a:pt x="261938" y="542925"/>
                </a:moveTo>
                <a:lnTo>
                  <a:pt x="277892" y="542925"/>
                </a:lnTo>
                <a:lnTo>
                  <a:pt x="277892" y="579358"/>
                </a:lnTo>
                <a:lnTo>
                  <a:pt x="305514" y="579358"/>
                </a:lnTo>
                <a:lnTo>
                  <a:pt x="305514" y="593170"/>
                </a:lnTo>
                <a:lnTo>
                  <a:pt x="277892" y="593170"/>
                </a:lnTo>
                <a:lnTo>
                  <a:pt x="277892" y="667465"/>
                </a:lnTo>
                <a:cubicBezTo>
                  <a:pt x="277892" y="680085"/>
                  <a:pt x="280749" y="686991"/>
                  <a:pt x="291941" y="686991"/>
                </a:cubicBezTo>
                <a:cubicBezTo>
                  <a:pt x="295275" y="686991"/>
                  <a:pt x="299799" y="686753"/>
                  <a:pt x="303371" y="685800"/>
                </a:cubicBezTo>
                <a:lnTo>
                  <a:pt x="303371" y="698659"/>
                </a:lnTo>
                <a:cubicBezTo>
                  <a:pt x="298847" y="700326"/>
                  <a:pt x="292656" y="700802"/>
                  <a:pt x="287179" y="700802"/>
                </a:cubicBezTo>
                <a:cubicBezTo>
                  <a:pt x="270272" y="700802"/>
                  <a:pt x="261938" y="692230"/>
                  <a:pt x="261938" y="672703"/>
                </a:cubicBezTo>
                <a:lnTo>
                  <a:pt x="261938" y="593170"/>
                </a:lnTo>
                <a:lnTo>
                  <a:pt x="240268" y="593170"/>
                </a:lnTo>
                <a:lnTo>
                  <a:pt x="240268" y="579358"/>
                </a:lnTo>
                <a:lnTo>
                  <a:pt x="261938" y="579358"/>
                </a:lnTo>
                <a:close/>
                <a:moveTo>
                  <a:pt x="790575" y="523875"/>
                </a:moveTo>
                <a:lnTo>
                  <a:pt x="806529" y="523875"/>
                </a:lnTo>
                <a:lnTo>
                  <a:pt x="806529" y="598408"/>
                </a:lnTo>
                <a:cubicBezTo>
                  <a:pt x="812959" y="586740"/>
                  <a:pt x="824389" y="576501"/>
                  <a:pt x="845105" y="576501"/>
                </a:cubicBezTo>
                <a:cubicBezTo>
                  <a:pt x="862965" y="576501"/>
                  <a:pt x="885587" y="586026"/>
                  <a:pt x="885587" y="622697"/>
                </a:cubicBezTo>
                <a:lnTo>
                  <a:pt x="885587" y="699135"/>
                </a:lnTo>
                <a:lnTo>
                  <a:pt x="869632" y="699135"/>
                </a:lnTo>
                <a:lnTo>
                  <a:pt x="869632" y="625793"/>
                </a:lnTo>
                <a:cubicBezTo>
                  <a:pt x="869632" y="603409"/>
                  <a:pt x="859869" y="591026"/>
                  <a:pt x="841057" y="591026"/>
                </a:cubicBezTo>
                <a:cubicBezTo>
                  <a:pt x="818197" y="591026"/>
                  <a:pt x="806529" y="605552"/>
                  <a:pt x="806529" y="632936"/>
                </a:cubicBezTo>
                <a:lnTo>
                  <a:pt x="806529" y="699135"/>
                </a:lnTo>
                <a:lnTo>
                  <a:pt x="790575" y="699135"/>
                </a:lnTo>
                <a:close/>
                <a:moveTo>
                  <a:pt x="910828" y="323850"/>
                </a:moveTo>
                <a:cubicBezTo>
                  <a:pt x="885587" y="323850"/>
                  <a:pt x="874395" y="345281"/>
                  <a:pt x="874395" y="371951"/>
                </a:cubicBezTo>
                <a:cubicBezTo>
                  <a:pt x="874395" y="398860"/>
                  <a:pt x="888444" y="417910"/>
                  <a:pt x="910114" y="417910"/>
                </a:cubicBezTo>
                <a:cubicBezTo>
                  <a:pt x="938212" y="417910"/>
                  <a:pt x="946547" y="399336"/>
                  <a:pt x="946547" y="370285"/>
                </a:cubicBezTo>
                <a:cubicBezTo>
                  <a:pt x="946547" y="340757"/>
                  <a:pt x="937974" y="323850"/>
                  <a:pt x="910828" y="323850"/>
                </a:cubicBezTo>
                <a:close/>
                <a:moveTo>
                  <a:pt x="778193" y="323850"/>
                </a:moveTo>
                <a:cubicBezTo>
                  <a:pt x="755809" y="323850"/>
                  <a:pt x="741045" y="341710"/>
                  <a:pt x="741045" y="373380"/>
                </a:cubicBezTo>
                <a:cubicBezTo>
                  <a:pt x="741045" y="404336"/>
                  <a:pt x="756523" y="421243"/>
                  <a:pt x="776287" y="421243"/>
                </a:cubicBezTo>
                <a:cubicBezTo>
                  <a:pt x="806291" y="421243"/>
                  <a:pt x="813911" y="399812"/>
                  <a:pt x="813911" y="370046"/>
                </a:cubicBezTo>
                <a:cubicBezTo>
                  <a:pt x="813911" y="341233"/>
                  <a:pt x="807244" y="323850"/>
                  <a:pt x="778193" y="323850"/>
                </a:cubicBezTo>
                <a:close/>
                <a:moveTo>
                  <a:pt x="292656" y="323850"/>
                </a:moveTo>
                <a:cubicBezTo>
                  <a:pt x="267414" y="323850"/>
                  <a:pt x="255032" y="344329"/>
                  <a:pt x="255032" y="372428"/>
                </a:cubicBezTo>
                <a:cubicBezTo>
                  <a:pt x="255032" y="400050"/>
                  <a:pt x="269558" y="421243"/>
                  <a:pt x="293132" y="421243"/>
                </a:cubicBezTo>
                <a:cubicBezTo>
                  <a:pt x="317183" y="421243"/>
                  <a:pt x="330756" y="401479"/>
                  <a:pt x="330756" y="372666"/>
                </a:cubicBezTo>
                <a:cubicBezTo>
                  <a:pt x="330756" y="344805"/>
                  <a:pt x="317421" y="323850"/>
                  <a:pt x="292656" y="323850"/>
                </a:cubicBezTo>
                <a:close/>
                <a:moveTo>
                  <a:pt x="1043702" y="323374"/>
                </a:moveTo>
                <a:cubicBezTo>
                  <a:pt x="1020604" y="323374"/>
                  <a:pt x="1010364" y="339328"/>
                  <a:pt x="1007983" y="362665"/>
                </a:cubicBezTo>
                <a:lnTo>
                  <a:pt x="1077515" y="362665"/>
                </a:lnTo>
                <a:cubicBezTo>
                  <a:pt x="1077277" y="340757"/>
                  <a:pt x="1065847" y="323374"/>
                  <a:pt x="1043702" y="323374"/>
                </a:cubicBezTo>
                <a:close/>
                <a:moveTo>
                  <a:pt x="653177" y="323374"/>
                </a:moveTo>
                <a:cubicBezTo>
                  <a:pt x="630079" y="323374"/>
                  <a:pt x="619839" y="339328"/>
                  <a:pt x="617458" y="362665"/>
                </a:cubicBezTo>
                <a:lnTo>
                  <a:pt x="686991" y="362665"/>
                </a:lnTo>
                <a:cubicBezTo>
                  <a:pt x="686752" y="340757"/>
                  <a:pt x="675322" y="323374"/>
                  <a:pt x="653177" y="323374"/>
                </a:cubicBezTo>
                <a:close/>
                <a:moveTo>
                  <a:pt x="359331" y="312658"/>
                </a:moveTo>
                <a:lnTo>
                  <a:pt x="376238" y="312658"/>
                </a:lnTo>
                <a:cubicBezTo>
                  <a:pt x="392668" y="371951"/>
                  <a:pt x="401955" y="405765"/>
                  <a:pt x="404098" y="417195"/>
                </a:cubicBezTo>
                <a:lnTo>
                  <a:pt x="404336" y="417195"/>
                </a:lnTo>
                <a:cubicBezTo>
                  <a:pt x="406241" y="406956"/>
                  <a:pt x="416719" y="372666"/>
                  <a:pt x="434578" y="312658"/>
                </a:cubicBezTo>
                <a:lnTo>
                  <a:pt x="451009" y="312658"/>
                </a:lnTo>
                <a:cubicBezTo>
                  <a:pt x="471487" y="383858"/>
                  <a:pt x="477679" y="404336"/>
                  <a:pt x="479822" y="414338"/>
                </a:cubicBezTo>
                <a:lnTo>
                  <a:pt x="480060" y="414338"/>
                </a:lnTo>
                <a:cubicBezTo>
                  <a:pt x="483155" y="401479"/>
                  <a:pt x="488394" y="383381"/>
                  <a:pt x="508873" y="312658"/>
                </a:cubicBezTo>
                <a:lnTo>
                  <a:pt x="525542" y="312658"/>
                </a:lnTo>
                <a:lnTo>
                  <a:pt x="487918" y="432435"/>
                </a:lnTo>
                <a:lnTo>
                  <a:pt x="470535" y="432435"/>
                </a:lnTo>
                <a:cubicBezTo>
                  <a:pt x="458391" y="389335"/>
                  <a:pt x="444579" y="342662"/>
                  <a:pt x="442198" y="330756"/>
                </a:cubicBezTo>
                <a:lnTo>
                  <a:pt x="441960" y="330756"/>
                </a:lnTo>
                <a:cubicBezTo>
                  <a:pt x="439579" y="343138"/>
                  <a:pt x="427196" y="383143"/>
                  <a:pt x="412671" y="432435"/>
                </a:cubicBezTo>
                <a:lnTo>
                  <a:pt x="394335" y="432435"/>
                </a:lnTo>
                <a:close/>
                <a:moveTo>
                  <a:pt x="1043940" y="309801"/>
                </a:moveTo>
                <a:cubicBezTo>
                  <a:pt x="1081802" y="309801"/>
                  <a:pt x="1093946" y="341233"/>
                  <a:pt x="1093946" y="365046"/>
                </a:cubicBezTo>
                <a:cubicBezTo>
                  <a:pt x="1093946" y="368618"/>
                  <a:pt x="1093946" y="371951"/>
                  <a:pt x="1093708" y="375047"/>
                </a:cubicBezTo>
                <a:lnTo>
                  <a:pt x="1007269" y="375047"/>
                </a:lnTo>
                <a:cubicBezTo>
                  <a:pt x="1007269" y="402908"/>
                  <a:pt x="1021318" y="421243"/>
                  <a:pt x="1043225" y="421243"/>
                </a:cubicBezTo>
                <a:cubicBezTo>
                  <a:pt x="1064181" y="421243"/>
                  <a:pt x="1071086" y="409813"/>
                  <a:pt x="1075134" y="400526"/>
                </a:cubicBezTo>
                <a:lnTo>
                  <a:pt x="1091327" y="400526"/>
                </a:lnTo>
                <a:cubicBezTo>
                  <a:pt x="1086326" y="416243"/>
                  <a:pt x="1073705" y="435293"/>
                  <a:pt x="1042749" y="435293"/>
                </a:cubicBezTo>
                <a:cubicBezTo>
                  <a:pt x="1005602" y="435293"/>
                  <a:pt x="991076" y="404336"/>
                  <a:pt x="991076" y="373618"/>
                </a:cubicBezTo>
                <a:cubicBezTo>
                  <a:pt x="991076" y="338852"/>
                  <a:pt x="1008459" y="309801"/>
                  <a:pt x="1043940" y="309801"/>
                </a:cubicBezTo>
                <a:close/>
                <a:moveTo>
                  <a:pt x="909161" y="309801"/>
                </a:moveTo>
                <a:cubicBezTo>
                  <a:pt x="932974" y="309801"/>
                  <a:pt x="942975" y="320993"/>
                  <a:pt x="946071" y="329803"/>
                </a:cubicBezTo>
                <a:cubicBezTo>
                  <a:pt x="946309" y="323612"/>
                  <a:pt x="946785" y="315278"/>
                  <a:pt x="947023" y="312658"/>
                </a:cubicBezTo>
                <a:lnTo>
                  <a:pt x="962025" y="312658"/>
                </a:lnTo>
                <a:cubicBezTo>
                  <a:pt x="962025" y="318135"/>
                  <a:pt x="961549" y="335756"/>
                  <a:pt x="961549" y="347186"/>
                </a:cubicBezTo>
                <a:lnTo>
                  <a:pt x="961549" y="423148"/>
                </a:lnTo>
                <a:cubicBezTo>
                  <a:pt x="961549" y="461486"/>
                  <a:pt x="945118" y="482441"/>
                  <a:pt x="908209" y="482441"/>
                </a:cubicBezTo>
                <a:cubicBezTo>
                  <a:pt x="874871" y="482441"/>
                  <a:pt x="862727" y="463630"/>
                  <a:pt x="860107" y="446246"/>
                </a:cubicBezTo>
                <a:lnTo>
                  <a:pt x="876300" y="446246"/>
                </a:lnTo>
                <a:cubicBezTo>
                  <a:pt x="880348" y="461248"/>
                  <a:pt x="892493" y="468630"/>
                  <a:pt x="908923" y="468630"/>
                </a:cubicBezTo>
                <a:cubicBezTo>
                  <a:pt x="938451" y="468630"/>
                  <a:pt x="946071" y="449818"/>
                  <a:pt x="946071" y="420767"/>
                </a:cubicBezTo>
                <a:lnTo>
                  <a:pt x="946071" y="409575"/>
                </a:lnTo>
                <a:cubicBezTo>
                  <a:pt x="939641" y="424101"/>
                  <a:pt x="928211" y="432197"/>
                  <a:pt x="907256" y="432197"/>
                </a:cubicBezTo>
                <a:cubicBezTo>
                  <a:pt x="878443" y="432197"/>
                  <a:pt x="857726" y="408861"/>
                  <a:pt x="857726" y="372666"/>
                </a:cubicBezTo>
                <a:cubicBezTo>
                  <a:pt x="857726" y="332899"/>
                  <a:pt x="880586" y="309801"/>
                  <a:pt x="909161" y="309801"/>
                </a:cubicBezTo>
                <a:close/>
                <a:moveTo>
                  <a:pt x="653415" y="309801"/>
                </a:moveTo>
                <a:cubicBezTo>
                  <a:pt x="691277" y="309801"/>
                  <a:pt x="703421" y="341233"/>
                  <a:pt x="703421" y="365046"/>
                </a:cubicBezTo>
                <a:cubicBezTo>
                  <a:pt x="703421" y="368618"/>
                  <a:pt x="703421" y="371951"/>
                  <a:pt x="703183" y="375047"/>
                </a:cubicBezTo>
                <a:lnTo>
                  <a:pt x="616744" y="375047"/>
                </a:lnTo>
                <a:cubicBezTo>
                  <a:pt x="616744" y="402908"/>
                  <a:pt x="630793" y="421243"/>
                  <a:pt x="652701" y="421243"/>
                </a:cubicBezTo>
                <a:cubicBezTo>
                  <a:pt x="673655" y="421243"/>
                  <a:pt x="680561" y="409813"/>
                  <a:pt x="684609" y="400526"/>
                </a:cubicBezTo>
                <a:lnTo>
                  <a:pt x="700802" y="400526"/>
                </a:lnTo>
                <a:cubicBezTo>
                  <a:pt x="695801" y="416243"/>
                  <a:pt x="683181" y="435293"/>
                  <a:pt x="652224" y="435293"/>
                </a:cubicBezTo>
                <a:cubicBezTo>
                  <a:pt x="615077" y="435293"/>
                  <a:pt x="600551" y="404336"/>
                  <a:pt x="600551" y="373618"/>
                </a:cubicBezTo>
                <a:cubicBezTo>
                  <a:pt x="600551" y="338852"/>
                  <a:pt x="617934" y="309801"/>
                  <a:pt x="653415" y="309801"/>
                </a:cubicBezTo>
                <a:close/>
                <a:moveTo>
                  <a:pt x="293370" y="309801"/>
                </a:moveTo>
                <a:cubicBezTo>
                  <a:pt x="325993" y="309801"/>
                  <a:pt x="347424" y="334566"/>
                  <a:pt x="347424" y="372190"/>
                </a:cubicBezTo>
                <a:cubicBezTo>
                  <a:pt x="347424" y="406241"/>
                  <a:pt x="328374" y="435293"/>
                  <a:pt x="292179" y="435293"/>
                </a:cubicBezTo>
                <a:cubicBezTo>
                  <a:pt x="258842" y="435293"/>
                  <a:pt x="238601" y="408623"/>
                  <a:pt x="238601" y="372666"/>
                </a:cubicBezTo>
                <a:cubicBezTo>
                  <a:pt x="238601" y="337900"/>
                  <a:pt x="258128" y="309801"/>
                  <a:pt x="293370" y="309801"/>
                </a:cubicBezTo>
                <a:close/>
                <a:moveTo>
                  <a:pt x="169069" y="309801"/>
                </a:moveTo>
                <a:cubicBezTo>
                  <a:pt x="190976" y="309801"/>
                  <a:pt x="209312" y="322421"/>
                  <a:pt x="209312" y="355045"/>
                </a:cubicBezTo>
                <a:lnTo>
                  <a:pt x="209312" y="432435"/>
                </a:lnTo>
                <a:lnTo>
                  <a:pt x="193358" y="432435"/>
                </a:lnTo>
                <a:lnTo>
                  <a:pt x="193358" y="357188"/>
                </a:lnTo>
                <a:cubicBezTo>
                  <a:pt x="193358" y="337423"/>
                  <a:pt x="185261" y="324326"/>
                  <a:pt x="165497" y="324326"/>
                </a:cubicBezTo>
                <a:cubicBezTo>
                  <a:pt x="139779" y="324326"/>
                  <a:pt x="130254" y="345043"/>
                  <a:pt x="130254" y="370285"/>
                </a:cubicBezTo>
                <a:lnTo>
                  <a:pt x="130254" y="432435"/>
                </a:lnTo>
                <a:lnTo>
                  <a:pt x="114300" y="432435"/>
                </a:lnTo>
                <a:lnTo>
                  <a:pt x="114300" y="342900"/>
                </a:lnTo>
                <a:cubicBezTo>
                  <a:pt x="114300" y="332423"/>
                  <a:pt x="114300" y="321945"/>
                  <a:pt x="114062" y="312658"/>
                </a:cubicBezTo>
                <a:lnTo>
                  <a:pt x="129540" y="312658"/>
                </a:lnTo>
                <a:cubicBezTo>
                  <a:pt x="130016" y="316230"/>
                  <a:pt x="130493" y="330518"/>
                  <a:pt x="130254" y="334090"/>
                </a:cubicBezTo>
                <a:cubicBezTo>
                  <a:pt x="135255" y="322660"/>
                  <a:pt x="145018" y="309801"/>
                  <a:pt x="169069" y="309801"/>
                </a:cubicBezTo>
                <a:close/>
                <a:moveTo>
                  <a:pt x="813197" y="257175"/>
                </a:moveTo>
                <a:lnTo>
                  <a:pt x="829151" y="257175"/>
                </a:lnTo>
                <a:lnTo>
                  <a:pt x="829151" y="398145"/>
                </a:lnTo>
                <a:cubicBezTo>
                  <a:pt x="829151" y="409575"/>
                  <a:pt x="829151" y="420529"/>
                  <a:pt x="829389" y="432435"/>
                </a:cubicBezTo>
                <a:lnTo>
                  <a:pt x="814149" y="432435"/>
                </a:lnTo>
                <a:cubicBezTo>
                  <a:pt x="813435" y="429340"/>
                  <a:pt x="813197" y="419100"/>
                  <a:pt x="813197" y="413623"/>
                </a:cubicBezTo>
                <a:cubicBezTo>
                  <a:pt x="807244" y="427435"/>
                  <a:pt x="794385" y="435293"/>
                  <a:pt x="774144" y="435293"/>
                </a:cubicBezTo>
                <a:cubicBezTo>
                  <a:pt x="743188" y="435293"/>
                  <a:pt x="724376" y="410051"/>
                  <a:pt x="724376" y="373856"/>
                </a:cubicBezTo>
                <a:cubicBezTo>
                  <a:pt x="724376" y="336947"/>
                  <a:pt x="744617" y="309801"/>
                  <a:pt x="777478" y="309801"/>
                </a:cubicBezTo>
                <a:cubicBezTo>
                  <a:pt x="800338" y="309801"/>
                  <a:pt x="809863" y="319326"/>
                  <a:pt x="813197" y="326470"/>
                </a:cubicBezTo>
                <a:close/>
                <a:moveTo>
                  <a:pt x="552450" y="257175"/>
                </a:moveTo>
                <a:lnTo>
                  <a:pt x="568404" y="257175"/>
                </a:lnTo>
                <a:lnTo>
                  <a:pt x="568404" y="432435"/>
                </a:lnTo>
                <a:lnTo>
                  <a:pt x="552450" y="432435"/>
                </a:lnTo>
                <a:close/>
                <a:moveTo>
                  <a:pt x="0" y="257175"/>
                </a:moveTo>
                <a:lnTo>
                  <a:pt x="15954" y="257175"/>
                </a:lnTo>
                <a:lnTo>
                  <a:pt x="15954" y="372428"/>
                </a:lnTo>
                <a:cubicBezTo>
                  <a:pt x="26432" y="360521"/>
                  <a:pt x="56674" y="329327"/>
                  <a:pt x="72866" y="312658"/>
                </a:cubicBezTo>
                <a:lnTo>
                  <a:pt x="92393" y="312658"/>
                </a:lnTo>
                <a:lnTo>
                  <a:pt x="46196" y="359807"/>
                </a:lnTo>
                <a:lnTo>
                  <a:pt x="98108" y="432435"/>
                </a:lnTo>
                <a:lnTo>
                  <a:pt x="79058" y="432435"/>
                </a:lnTo>
                <a:lnTo>
                  <a:pt x="35004" y="370046"/>
                </a:lnTo>
                <a:lnTo>
                  <a:pt x="15954" y="388382"/>
                </a:lnTo>
                <a:lnTo>
                  <a:pt x="15954" y="432435"/>
                </a:lnTo>
                <a:lnTo>
                  <a:pt x="0" y="432435"/>
                </a:lnTo>
                <a:close/>
                <a:moveTo>
                  <a:pt x="648176" y="115491"/>
                </a:moveTo>
                <a:cubicBezTo>
                  <a:pt x="622935" y="115491"/>
                  <a:pt x="607933" y="122158"/>
                  <a:pt x="607933" y="140970"/>
                </a:cubicBezTo>
                <a:cubicBezTo>
                  <a:pt x="607933" y="155020"/>
                  <a:pt x="617696" y="164783"/>
                  <a:pt x="633651" y="164783"/>
                </a:cubicBezTo>
                <a:cubicBezTo>
                  <a:pt x="665559" y="164783"/>
                  <a:pt x="669845" y="143590"/>
                  <a:pt x="669845" y="119539"/>
                </a:cubicBezTo>
                <a:lnTo>
                  <a:pt x="669845" y="115491"/>
                </a:lnTo>
                <a:close/>
                <a:moveTo>
                  <a:pt x="1034653" y="66675"/>
                </a:moveTo>
                <a:cubicBezTo>
                  <a:pt x="1009412" y="66675"/>
                  <a:pt x="998220" y="88106"/>
                  <a:pt x="998220" y="114776"/>
                </a:cubicBezTo>
                <a:cubicBezTo>
                  <a:pt x="998220" y="141685"/>
                  <a:pt x="1012269" y="160735"/>
                  <a:pt x="1033939" y="160735"/>
                </a:cubicBezTo>
                <a:cubicBezTo>
                  <a:pt x="1062037" y="160735"/>
                  <a:pt x="1070372" y="142161"/>
                  <a:pt x="1070372" y="113110"/>
                </a:cubicBezTo>
                <a:cubicBezTo>
                  <a:pt x="1070372" y="83582"/>
                  <a:pt x="1061799" y="66675"/>
                  <a:pt x="1034653" y="66675"/>
                </a:cubicBezTo>
                <a:close/>
                <a:moveTo>
                  <a:pt x="519827" y="66199"/>
                </a:moveTo>
                <a:cubicBezTo>
                  <a:pt x="496729" y="66199"/>
                  <a:pt x="486489" y="82153"/>
                  <a:pt x="484108" y="105490"/>
                </a:cubicBezTo>
                <a:lnTo>
                  <a:pt x="553641" y="105490"/>
                </a:lnTo>
                <a:cubicBezTo>
                  <a:pt x="553402" y="83582"/>
                  <a:pt x="541972" y="66199"/>
                  <a:pt x="519827" y="66199"/>
                </a:cubicBezTo>
                <a:close/>
                <a:moveTo>
                  <a:pt x="800100" y="55483"/>
                </a:moveTo>
                <a:lnTo>
                  <a:pt x="816054" y="55483"/>
                </a:lnTo>
                <a:lnTo>
                  <a:pt x="816054" y="175260"/>
                </a:lnTo>
                <a:lnTo>
                  <a:pt x="800100" y="175260"/>
                </a:lnTo>
                <a:close/>
                <a:moveTo>
                  <a:pt x="1032986" y="52626"/>
                </a:moveTo>
                <a:cubicBezTo>
                  <a:pt x="1056799" y="52626"/>
                  <a:pt x="1066800" y="63818"/>
                  <a:pt x="1069896" y="72628"/>
                </a:cubicBezTo>
                <a:cubicBezTo>
                  <a:pt x="1070134" y="66437"/>
                  <a:pt x="1070610" y="58103"/>
                  <a:pt x="1070848" y="55483"/>
                </a:cubicBezTo>
                <a:lnTo>
                  <a:pt x="1085850" y="55483"/>
                </a:lnTo>
                <a:cubicBezTo>
                  <a:pt x="1085850" y="60960"/>
                  <a:pt x="1085374" y="78581"/>
                  <a:pt x="1085374" y="90011"/>
                </a:cubicBezTo>
                <a:lnTo>
                  <a:pt x="1085374" y="165973"/>
                </a:lnTo>
                <a:cubicBezTo>
                  <a:pt x="1085374" y="204311"/>
                  <a:pt x="1068943" y="225266"/>
                  <a:pt x="1032034" y="225266"/>
                </a:cubicBezTo>
                <a:cubicBezTo>
                  <a:pt x="998696" y="225266"/>
                  <a:pt x="986552" y="206455"/>
                  <a:pt x="983932" y="189071"/>
                </a:cubicBezTo>
                <a:lnTo>
                  <a:pt x="1000125" y="189071"/>
                </a:lnTo>
                <a:cubicBezTo>
                  <a:pt x="1004173" y="204073"/>
                  <a:pt x="1016317" y="211455"/>
                  <a:pt x="1032748" y="211455"/>
                </a:cubicBezTo>
                <a:cubicBezTo>
                  <a:pt x="1062275" y="211455"/>
                  <a:pt x="1069896" y="192643"/>
                  <a:pt x="1069896" y="163592"/>
                </a:cubicBezTo>
                <a:lnTo>
                  <a:pt x="1069896" y="152400"/>
                </a:lnTo>
                <a:cubicBezTo>
                  <a:pt x="1063466" y="166926"/>
                  <a:pt x="1052036" y="175022"/>
                  <a:pt x="1031081" y="175022"/>
                </a:cubicBezTo>
                <a:cubicBezTo>
                  <a:pt x="1002268" y="175022"/>
                  <a:pt x="981551" y="151686"/>
                  <a:pt x="981551" y="115491"/>
                </a:cubicBezTo>
                <a:cubicBezTo>
                  <a:pt x="981551" y="75724"/>
                  <a:pt x="1004411" y="52626"/>
                  <a:pt x="1032986" y="52626"/>
                </a:cubicBezTo>
                <a:close/>
                <a:moveTo>
                  <a:pt x="912019" y="52626"/>
                </a:moveTo>
                <a:cubicBezTo>
                  <a:pt x="933926" y="52626"/>
                  <a:pt x="952262" y="65247"/>
                  <a:pt x="952262" y="97870"/>
                </a:cubicBezTo>
                <a:lnTo>
                  <a:pt x="952262" y="175260"/>
                </a:lnTo>
                <a:lnTo>
                  <a:pt x="936307" y="175260"/>
                </a:lnTo>
                <a:lnTo>
                  <a:pt x="936307" y="100013"/>
                </a:lnTo>
                <a:cubicBezTo>
                  <a:pt x="936307" y="80248"/>
                  <a:pt x="928211" y="67151"/>
                  <a:pt x="908447" y="67151"/>
                </a:cubicBezTo>
                <a:cubicBezTo>
                  <a:pt x="882729" y="67151"/>
                  <a:pt x="873204" y="87868"/>
                  <a:pt x="873204" y="113110"/>
                </a:cubicBezTo>
                <a:lnTo>
                  <a:pt x="873204" y="175260"/>
                </a:lnTo>
                <a:lnTo>
                  <a:pt x="857250" y="175260"/>
                </a:lnTo>
                <a:lnTo>
                  <a:pt x="857250" y="85725"/>
                </a:lnTo>
                <a:cubicBezTo>
                  <a:pt x="857250" y="75248"/>
                  <a:pt x="857250" y="64770"/>
                  <a:pt x="857012" y="55483"/>
                </a:cubicBezTo>
                <a:lnTo>
                  <a:pt x="872490" y="55483"/>
                </a:lnTo>
                <a:cubicBezTo>
                  <a:pt x="872966" y="59055"/>
                  <a:pt x="873443" y="73343"/>
                  <a:pt x="873204" y="76915"/>
                </a:cubicBezTo>
                <a:cubicBezTo>
                  <a:pt x="878205" y="65485"/>
                  <a:pt x="887968" y="52626"/>
                  <a:pt x="912019" y="52626"/>
                </a:cubicBezTo>
                <a:close/>
                <a:moveTo>
                  <a:pt x="641509" y="52626"/>
                </a:moveTo>
                <a:cubicBezTo>
                  <a:pt x="669607" y="52626"/>
                  <a:pt x="685324" y="64294"/>
                  <a:pt x="685324" y="90964"/>
                </a:cubicBezTo>
                <a:lnTo>
                  <a:pt x="685324" y="150971"/>
                </a:lnTo>
                <a:cubicBezTo>
                  <a:pt x="685324" y="161687"/>
                  <a:pt x="686276" y="171688"/>
                  <a:pt x="686991" y="175260"/>
                </a:cubicBezTo>
                <a:lnTo>
                  <a:pt x="671751" y="175260"/>
                </a:lnTo>
                <a:cubicBezTo>
                  <a:pt x="670798" y="172403"/>
                  <a:pt x="670084" y="166926"/>
                  <a:pt x="669845" y="158115"/>
                </a:cubicBezTo>
                <a:cubicBezTo>
                  <a:pt x="665559" y="166450"/>
                  <a:pt x="655558" y="178118"/>
                  <a:pt x="631507" y="178118"/>
                </a:cubicBezTo>
                <a:cubicBezTo>
                  <a:pt x="603409" y="178118"/>
                  <a:pt x="591502" y="160020"/>
                  <a:pt x="591502" y="141923"/>
                </a:cubicBezTo>
                <a:cubicBezTo>
                  <a:pt x="591502" y="115253"/>
                  <a:pt x="612219" y="103346"/>
                  <a:pt x="647938" y="103346"/>
                </a:cubicBezTo>
                <a:lnTo>
                  <a:pt x="669607" y="103346"/>
                </a:lnTo>
                <a:lnTo>
                  <a:pt x="669607" y="91916"/>
                </a:lnTo>
                <a:cubicBezTo>
                  <a:pt x="669607" y="80486"/>
                  <a:pt x="666035" y="65961"/>
                  <a:pt x="641032" y="65961"/>
                </a:cubicBezTo>
                <a:cubicBezTo>
                  <a:pt x="618649" y="65961"/>
                  <a:pt x="615315" y="77391"/>
                  <a:pt x="612934" y="86916"/>
                </a:cubicBezTo>
                <a:lnTo>
                  <a:pt x="597217" y="86916"/>
                </a:lnTo>
                <a:cubicBezTo>
                  <a:pt x="598646" y="72390"/>
                  <a:pt x="607695" y="52626"/>
                  <a:pt x="641509" y="52626"/>
                </a:cubicBezTo>
                <a:close/>
                <a:moveTo>
                  <a:pt x="520065" y="52626"/>
                </a:moveTo>
                <a:cubicBezTo>
                  <a:pt x="557927" y="52626"/>
                  <a:pt x="570071" y="84058"/>
                  <a:pt x="570071" y="107871"/>
                </a:cubicBezTo>
                <a:cubicBezTo>
                  <a:pt x="570071" y="111443"/>
                  <a:pt x="570071" y="114776"/>
                  <a:pt x="569833" y="117872"/>
                </a:cubicBezTo>
                <a:lnTo>
                  <a:pt x="483394" y="117872"/>
                </a:lnTo>
                <a:cubicBezTo>
                  <a:pt x="483394" y="145733"/>
                  <a:pt x="497443" y="164068"/>
                  <a:pt x="519351" y="164068"/>
                </a:cubicBezTo>
                <a:cubicBezTo>
                  <a:pt x="540305" y="164068"/>
                  <a:pt x="547211" y="152638"/>
                  <a:pt x="551259" y="143351"/>
                </a:cubicBezTo>
                <a:lnTo>
                  <a:pt x="567452" y="143351"/>
                </a:lnTo>
                <a:cubicBezTo>
                  <a:pt x="562451" y="159068"/>
                  <a:pt x="549831" y="178118"/>
                  <a:pt x="518874" y="178118"/>
                </a:cubicBezTo>
                <a:cubicBezTo>
                  <a:pt x="481727" y="178118"/>
                  <a:pt x="467201" y="147161"/>
                  <a:pt x="467201" y="116443"/>
                </a:cubicBezTo>
                <a:cubicBezTo>
                  <a:pt x="467201" y="81677"/>
                  <a:pt x="484584" y="52626"/>
                  <a:pt x="520065" y="52626"/>
                </a:cubicBezTo>
                <a:close/>
                <a:moveTo>
                  <a:pt x="456962" y="52626"/>
                </a:moveTo>
                <a:lnTo>
                  <a:pt x="456962" y="69056"/>
                </a:lnTo>
                <a:cubicBezTo>
                  <a:pt x="432197" y="70247"/>
                  <a:pt x="416004" y="85487"/>
                  <a:pt x="416004" y="114776"/>
                </a:cubicBezTo>
                <a:lnTo>
                  <a:pt x="416004" y="175260"/>
                </a:lnTo>
                <a:lnTo>
                  <a:pt x="400050" y="175260"/>
                </a:lnTo>
                <a:lnTo>
                  <a:pt x="400050" y="88106"/>
                </a:lnTo>
                <a:cubicBezTo>
                  <a:pt x="400050" y="69533"/>
                  <a:pt x="399812" y="60484"/>
                  <a:pt x="399812" y="55483"/>
                </a:cubicBezTo>
                <a:lnTo>
                  <a:pt x="415290" y="55483"/>
                </a:lnTo>
                <a:cubicBezTo>
                  <a:pt x="415766" y="59055"/>
                  <a:pt x="416004" y="67628"/>
                  <a:pt x="416004" y="81201"/>
                </a:cubicBezTo>
                <a:cubicBezTo>
                  <a:pt x="422672" y="64056"/>
                  <a:pt x="437435" y="53340"/>
                  <a:pt x="456962" y="52626"/>
                </a:cubicBezTo>
                <a:close/>
                <a:moveTo>
                  <a:pt x="728662" y="19050"/>
                </a:moveTo>
                <a:lnTo>
                  <a:pt x="744617" y="19050"/>
                </a:lnTo>
                <a:lnTo>
                  <a:pt x="744617" y="55483"/>
                </a:lnTo>
                <a:lnTo>
                  <a:pt x="772239" y="55483"/>
                </a:lnTo>
                <a:lnTo>
                  <a:pt x="772239" y="69295"/>
                </a:lnTo>
                <a:lnTo>
                  <a:pt x="744617" y="69295"/>
                </a:lnTo>
                <a:lnTo>
                  <a:pt x="744617" y="143590"/>
                </a:lnTo>
                <a:cubicBezTo>
                  <a:pt x="744617" y="156210"/>
                  <a:pt x="747474" y="163116"/>
                  <a:pt x="758666" y="163116"/>
                </a:cubicBezTo>
                <a:cubicBezTo>
                  <a:pt x="762000" y="163116"/>
                  <a:pt x="766524" y="162878"/>
                  <a:pt x="770096" y="161925"/>
                </a:cubicBezTo>
                <a:lnTo>
                  <a:pt x="770096" y="174784"/>
                </a:lnTo>
                <a:cubicBezTo>
                  <a:pt x="765572" y="176451"/>
                  <a:pt x="759381" y="176927"/>
                  <a:pt x="753904" y="176927"/>
                </a:cubicBezTo>
                <a:cubicBezTo>
                  <a:pt x="736997" y="176927"/>
                  <a:pt x="728662" y="168355"/>
                  <a:pt x="728662" y="148828"/>
                </a:cubicBezTo>
                <a:lnTo>
                  <a:pt x="728662" y="69295"/>
                </a:lnTo>
                <a:lnTo>
                  <a:pt x="706993" y="69295"/>
                </a:lnTo>
                <a:lnTo>
                  <a:pt x="706993" y="55483"/>
                </a:lnTo>
                <a:lnTo>
                  <a:pt x="728662" y="55483"/>
                </a:lnTo>
                <a:close/>
                <a:moveTo>
                  <a:pt x="306467" y="6668"/>
                </a:moveTo>
                <a:cubicBezTo>
                  <a:pt x="343853" y="6668"/>
                  <a:pt x="365046" y="27623"/>
                  <a:pt x="370284" y="55483"/>
                </a:cubicBezTo>
                <a:lnTo>
                  <a:pt x="353378" y="55483"/>
                </a:lnTo>
                <a:cubicBezTo>
                  <a:pt x="346472" y="35481"/>
                  <a:pt x="333375" y="21432"/>
                  <a:pt x="305753" y="21432"/>
                </a:cubicBezTo>
                <a:cubicBezTo>
                  <a:pt x="266462" y="21432"/>
                  <a:pt x="250269" y="57150"/>
                  <a:pt x="250269" y="92155"/>
                </a:cubicBezTo>
                <a:cubicBezTo>
                  <a:pt x="250269" y="126445"/>
                  <a:pt x="265986" y="162401"/>
                  <a:pt x="306705" y="162401"/>
                </a:cubicBezTo>
                <a:cubicBezTo>
                  <a:pt x="333137" y="162401"/>
                  <a:pt x="345758" y="148114"/>
                  <a:pt x="353139" y="129540"/>
                </a:cubicBezTo>
                <a:lnTo>
                  <a:pt x="370284" y="129540"/>
                </a:lnTo>
                <a:cubicBezTo>
                  <a:pt x="362426" y="156925"/>
                  <a:pt x="342424" y="177165"/>
                  <a:pt x="305991" y="177165"/>
                </a:cubicBezTo>
                <a:cubicBezTo>
                  <a:pt x="257413" y="177165"/>
                  <a:pt x="232410" y="139303"/>
                  <a:pt x="232410" y="92393"/>
                </a:cubicBezTo>
                <a:cubicBezTo>
                  <a:pt x="232410" y="47387"/>
                  <a:pt x="257175" y="6668"/>
                  <a:pt x="306467" y="6668"/>
                </a:cubicBezTo>
                <a:close/>
                <a:moveTo>
                  <a:pt x="800100" y="0"/>
                </a:moveTo>
                <a:lnTo>
                  <a:pt x="816054" y="0"/>
                </a:lnTo>
                <a:lnTo>
                  <a:pt x="816054" y="24527"/>
                </a:lnTo>
                <a:lnTo>
                  <a:pt x="800100" y="245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005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iform 4">
            <a:extLst>
              <a:ext uri="{FF2B5EF4-FFF2-40B4-BE49-F238E27FC236}">
                <a16:creationId xmlns:a16="http://schemas.microsoft.com/office/drawing/2014/main" id="{9A6DAECB-60F9-08E3-A3FD-8C66CEE7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000B2ABB-797D-6D4E-8B9C-7322AB6B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rgbClr val="D2002B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Undertittel">
            <a:extLst>
              <a:ext uri="{FF2B5EF4-FFF2-40B4-BE49-F238E27FC236}">
                <a16:creationId xmlns:a16="http://schemas.microsoft.com/office/drawing/2014/main" id="{DC16EDBB-B8D9-674E-B664-6D4E9C1B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6CE3E38C-71D7-CD86-0283-75D28C9DD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525" y="6052758"/>
            <a:ext cx="760475" cy="317879"/>
          </a:xfrm>
          <a:prstGeom prst="rect">
            <a:avLst/>
          </a:prstGeom>
        </p:spPr>
      </p:pic>
      <p:sp>
        <p:nvSpPr>
          <p:cNvPr id="7" name="kildehenvisning">
            <a:extLst>
              <a:ext uri="{FF2B5EF4-FFF2-40B4-BE49-F238E27FC236}">
                <a16:creationId xmlns:a16="http://schemas.microsoft.com/office/drawing/2014/main" id="{6A2E85A2-AFDE-384E-9A43-858ABB726F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86EAD960-F254-E848-958E-CE9D03C75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t"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356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te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iform 4">
            <a:extLst>
              <a:ext uri="{FF2B5EF4-FFF2-40B4-BE49-F238E27FC236}">
                <a16:creationId xmlns:a16="http://schemas.microsoft.com/office/drawing/2014/main" id="{9A6DAECB-60F9-08E3-A3FD-8C66CEE7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F8E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000B2ABB-797D-6D4E-8B9C-7322AB6B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rgbClr val="D2002B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Undertittel">
            <a:extLst>
              <a:ext uri="{FF2B5EF4-FFF2-40B4-BE49-F238E27FC236}">
                <a16:creationId xmlns:a16="http://schemas.microsoft.com/office/drawing/2014/main" id="{DC16EDBB-B8D9-674E-B664-6D4E9C1B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6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6CE3E38C-71D7-CD86-0283-75D28C9DD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525" y="6052758"/>
            <a:ext cx="760475" cy="317879"/>
          </a:xfrm>
          <a:prstGeom prst="rect">
            <a:avLst/>
          </a:prstGeom>
        </p:spPr>
      </p:pic>
      <p:sp>
        <p:nvSpPr>
          <p:cNvPr id="7" name="kildehenvisning">
            <a:extLst>
              <a:ext uri="{FF2B5EF4-FFF2-40B4-BE49-F238E27FC236}">
                <a16:creationId xmlns:a16="http://schemas.microsoft.com/office/drawing/2014/main" id="{6A2E85A2-AFDE-384E-9A43-858ABB726F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86EAD960-F254-E848-958E-CE9D03C75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t"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662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Kapitte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iform 4">
            <a:extLst>
              <a:ext uri="{FF2B5EF4-FFF2-40B4-BE49-F238E27FC236}">
                <a16:creationId xmlns:a16="http://schemas.microsoft.com/office/drawing/2014/main" id="{9A6DAECB-60F9-08E3-A3FD-8C66CEE7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000B2ABB-797D-6D4E-8B9C-7322AB6B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rgbClr val="D2002B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Undertittel">
            <a:extLst>
              <a:ext uri="{FF2B5EF4-FFF2-40B4-BE49-F238E27FC236}">
                <a16:creationId xmlns:a16="http://schemas.microsoft.com/office/drawing/2014/main" id="{DC16EDBB-B8D9-674E-B664-6D4E9C1B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C8102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6CE3E38C-71D7-CD86-0283-75D28C9DD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525" y="6052758"/>
            <a:ext cx="760475" cy="317879"/>
          </a:xfrm>
          <a:prstGeom prst="rect">
            <a:avLst/>
          </a:prstGeom>
        </p:spPr>
      </p:pic>
      <p:sp>
        <p:nvSpPr>
          <p:cNvPr id="7" name="kildehenvisning">
            <a:extLst>
              <a:ext uri="{FF2B5EF4-FFF2-40B4-BE49-F238E27FC236}">
                <a16:creationId xmlns:a16="http://schemas.microsoft.com/office/drawing/2014/main" id="{6A2E85A2-AFDE-384E-9A43-858ABB726F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86EAD960-F254-E848-958E-CE9D03C75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t"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4204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Kapitte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iform 4">
            <a:extLst>
              <a:ext uri="{FF2B5EF4-FFF2-40B4-BE49-F238E27FC236}">
                <a16:creationId xmlns:a16="http://schemas.microsoft.com/office/drawing/2014/main" id="{9A6DAECB-60F9-08E3-A3FD-8C66CEE7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000B2ABB-797D-6D4E-8B9C-7322AB6B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accent6"/>
                </a:solidFill>
              </a:defRPr>
            </a:lvl1pPr>
          </a:lstStyle>
          <a:p>
            <a:r>
              <a:rPr lang="nb-NO" dirty="0"/>
              <a:t>Klikk for å redigere tittelstil</a:t>
            </a:r>
          </a:p>
        </p:txBody>
      </p:sp>
      <p:sp>
        <p:nvSpPr>
          <p:cNvPr id="3" name="Undertittel">
            <a:extLst>
              <a:ext uri="{FF2B5EF4-FFF2-40B4-BE49-F238E27FC236}">
                <a16:creationId xmlns:a16="http://schemas.microsoft.com/office/drawing/2014/main" id="{DC16EDBB-B8D9-674E-B664-6D4E9C1B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sp>
        <p:nvSpPr>
          <p:cNvPr id="7" name="kildehenvisning">
            <a:extLst>
              <a:ext uri="{FF2B5EF4-FFF2-40B4-BE49-F238E27FC236}">
                <a16:creationId xmlns:a16="http://schemas.microsoft.com/office/drawing/2014/main" id="{6A2E85A2-AFDE-384E-9A43-858ABB726F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chemeClr val="accent6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86EAD960-F254-E848-958E-CE9D03C75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t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196E512E-700B-6DDB-9296-17952FDA2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70" y="6052758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te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iform 4">
            <a:extLst>
              <a:ext uri="{FF2B5EF4-FFF2-40B4-BE49-F238E27FC236}">
                <a16:creationId xmlns:a16="http://schemas.microsoft.com/office/drawing/2014/main" id="{DFA0F6C0-B87C-F637-1024-486C6B995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789493 w 12192000"/>
              <a:gd name="connsiteY0" fmla="*/ 0 h 6858000"/>
              <a:gd name="connsiteX1" fmla="*/ 11402507 w 12192000"/>
              <a:gd name="connsiteY1" fmla="*/ 0 h 6858000"/>
              <a:gd name="connsiteX2" fmla="*/ 11402511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789493 h 6858000"/>
              <a:gd name="connsiteX5" fmla="*/ 12192000 w 12192000"/>
              <a:gd name="connsiteY5" fmla="*/ 816864 h 6858000"/>
              <a:gd name="connsiteX6" fmla="*/ 12192000 w 12192000"/>
              <a:gd name="connsiteY6" fmla="*/ 6041136 h 6858000"/>
              <a:gd name="connsiteX7" fmla="*/ 12192000 w 12192000"/>
              <a:gd name="connsiteY7" fmla="*/ 6068507 h 6858000"/>
              <a:gd name="connsiteX8" fmla="*/ 12192000 w 12192000"/>
              <a:gd name="connsiteY8" fmla="*/ 6858000 h 6858000"/>
              <a:gd name="connsiteX9" fmla="*/ 11402507 w 12192000"/>
              <a:gd name="connsiteY9" fmla="*/ 6858000 h 6858000"/>
              <a:gd name="connsiteX10" fmla="*/ 11387328 w 12192000"/>
              <a:gd name="connsiteY10" fmla="*/ 6858000 h 6858000"/>
              <a:gd name="connsiteX11" fmla="*/ 789493 w 12192000"/>
              <a:gd name="connsiteY11" fmla="*/ 6858000 h 6858000"/>
              <a:gd name="connsiteX12" fmla="*/ 0 w 12192000"/>
              <a:gd name="connsiteY12" fmla="*/ 6068507 h 6858000"/>
              <a:gd name="connsiteX13" fmla="*/ 0 w 12192000"/>
              <a:gd name="connsiteY13" fmla="*/ 789493 h 6858000"/>
              <a:gd name="connsiteX14" fmla="*/ 0 w 12192000"/>
              <a:gd name="connsiteY14" fmla="*/ 789491 h 6858000"/>
              <a:gd name="connsiteX15" fmla="*/ 0 w 12192000"/>
              <a:gd name="connsiteY15" fmla="*/ 0 h 6858000"/>
              <a:gd name="connsiteX16" fmla="*/ 789491 w 12192000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000B2ABB-797D-6D4E-8B9C-7322AB6B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Undertittel">
            <a:extLst>
              <a:ext uri="{FF2B5EF4-FFF2-40B4-BE49-F238E27FC236}">
                <a16:creationId xmlns:a16="http://schemas.microsoft.com/office/drawing/2014/main" id="{DC16EDBB-B8D9-674E-B664-6D4E9C1B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nb-NO" dirty="0"/>
          </a:p>
        </p:txBody>
      </p:sp>
      <p:sp>
        <p:nvSpPr>
          <p:cNvPr id="7" name="Kildehenvisning">
            <a:extLst>
              <a:ext uri="{FF2B5EF4-FFF2-40B4-BE49-F238E27FC236}">
                <a16:creationId xmlns:a16="http://schemas.microsoft.com/office/drawing/2014/main" id="{EAB11FD0-0634-554E-84D0-4D0DD970F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chemeClr val="bg1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6EAD960-F254-E848-958E-CE9D03C75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>
              <a:solidFill>
                <a:schemeClr val="bg2"/>
              </a:solidFill>
            </a:endParaRPr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038E976-A4D2-5ABD-7F2F-665210C42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5" y="6050292"/>
            <a:ext cx="762036" cy="31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5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te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">
            <a:extLst>
              <a:ext uri="{FF2B5EF4-FFF2-40B4-BE49-F238E27FC236}">
                <a16:creationId xmlns:a16="http://schemas.microsoft.com/office/drawing/2014/main" id="{000B2ABB-797D-6D4E-8B9C-7322AB6B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Undertittel">
            <a:extLst>
              <a:ext uri="{FF2B5EF4-FFF2-40B4-BE49-F238E27FC236}">
                <a16:creationId xmlns:a16="http://schemas.microsoft.com/office/drawing/2014/main" id="{DC16EDBB-B8D9-674E-B664-6D4E9C1B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1EEF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nb-NO" dirty="0"/>
          </a:p>
        </p:txBody>
      </p:sp>
      <p:sp>
        <p:nvSpPr>
          <p:cNvPr id="7" name="Kildehenvisning">
            <a:extLst>
              <a:ext uri="{FF2B5EF4-FFF2-40B4-BE49-F238E27FC236}">
                <a16:creationId xmlns:a16="http://schemas.microsoft.com/office/drawing/2014/main" id="{EAB11FD0-0634-554E-84D0-4D0DD970F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6EAD960-F254-E848-958E-CE9D03C75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2E27E089-EA4F-5F58-3A2C-ED3574A6E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9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">
            <a:extLst>
              <a:ext uri="{FF2B5EF4-FFF2-40B4-BE49-F238E27FC236}">
                <a16:creationId xmlns:a16="http://schemas.microsoft.com/office/drawing/2014/main" id="{206C0C0A-DB5E-CE97-C864-99FD72C9A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 descr="Rediger teks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1838739"/>
            <a:ext cx="10757451" cy="4114598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D40E79D-FD5F-6F42-801F-B0F803FCA2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34E9C3C-3124-E74A-AABE-04EE1B77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716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unktliste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">
            <a:extLst>
              <a:ext uri="{FF2B5EF4-FFF2-40B4-BE49-F238E27FC236}">
                <a16:creationId xmlns:a16="http://schemas.microsoft.com/office/drawing/2014/main" id="{206C0C0A-DB5E-CE97-C864-99FD72C9A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 descr="Rediger teks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1838739"/>
            <a:ext cx="10757451" cy="4114598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D40E79D-FD5F-6F42-801F-B0F803FCA2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34E9C3C-3124-E74A-AABE-04EE1B77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817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unkt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">
            <a:extLst>
              <a:ext uri="{FF2B5EF4-FFF2-40B4-BE49-F238E27FC236}">
                <a16:creationId xmlns:a16="http://schemas.microsoft.com/office/drawing/2014/main" id="{206C0C0A-DB5E-CE97-C864-99FD72C9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02634"/>
            <a:ext cx="3718560" cy="5309186"/>
          </a:xfrm>
        </p:spPr>
        <p:txBody>
          <a:bodyPr anchor="ctr"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 descr="Rediger teks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360" y="602633"/>
            <a:ext cx="7250800" cy="5309186"/>
          </a:xfrm>
        </p:spPr>
        <p:txBody>
          <a:bodyPr anchor="ctr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D40E79D-FD5F-6F42-801F-B0F803FCA2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34E9C3C-3124-E74A-AABE-04EE1B77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36776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unktliste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">
            <a:extLst>
              <a:ext uri="{FF2B5EF4-FFF2-40B4-BE49-F238E27FC236}">
                <a16:creationId xmlns:a16="http://schemas.microsoft.com/office/drawing/2014/main" id="{206C0C0A-DB5E-CE97-C864-99FD72C9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02634"/>
            <a:ext cx="3718560" cy="5309186"/>
          </a:xfrm>
        </p:spPr>
        <p:txBody>
          <a:bodyPr anchor="ctr"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 descr="Rediger teks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360" y="602633"/>
            <a:ext cx="7250800" cy="5309186"/>
          </a:xfrm>
        </p:spPr>
        <p:txBody>
          <a:bodyPr anchor="ctr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D40E79D-FD5F-6F42-801F-B0F803FCA2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34E9C3C-3124-E74A-AABE-04EE1B77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28495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nktlist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">
            <a:extLst>
              <a:ext uri="{FF2B5EF4-FFF2-40B4-BE49-F238E27FC236}">
                <a16:creationId xmlns:a16="http://schemas.microsoft.com/office/drawing/2014/main" id="{206C0C0A-DB5E-CE97-C864-99FD72C9A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2" descr="Rediger teks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1838739"/>
            <a:ext cx="10757451" cy="4114598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D40E79D-FD5F-6F42-801F-B0F803FCA2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34E9C3C-3124-E74A-AABE-04EE1B77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B2F704B5-7CE4-554D-7C8C-D302266304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10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3E9A6563-3751-A13E-F5F7-151289B93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097" y="-543339"/>
            <a:ext cx="11033200" cy="543339"/>
          </a:xfrm>
        </p:spPr>
        <p:txBody>
          <a:bodyPr/>
          <a:lstStyle/>
          <a:p>
            <a:r>
              <a:rPr lang="nb-NO" dirty="0"/>
              <a:t>Klikk her for å legge til en skjult tittel</a:t>
            </a:r>
          </a:p>
        </p:txBody>
      </p:sp>
      <p:sp>
        <p:nvSpPr>
          <p:cNvPr id="3" name="Plassholder for innhold" descr="Rediger tesk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77" y="707571"/>
            <a:ext cx="10949354" cy="504897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Kildehenvisning">
            <a:extLst>
              <a:ext uri="{FF2B5EF4-FFF2-40B4-BE49-F238E27FC236}">
                <a16:creationId xmlns:a16="http://schemas.microsoft.com/office/drawing/2014/main" id="{AC1BB53A-A087-4B41-B66F-AC25636DE0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2" name="Sidetall">
            <a:extLst>
              <a:ext uri="{FF2B5EF4-FFF2-40B4-BE49-F238E27FC236}">
                <a16:creationId xmlns:a16="http://schemas.microsoft.com/office/drawing/2014/main" id="{2E8A88B0-0E81-434E-A86A-2FB4F0C7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8007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innhold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3E9A6563-3751-A13E-F5F7-151289B93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097" y="-543339"/>
            <a:ext cx="11033200" cy="543339"/>
          </a:xfrm>
        </p:spPr>
        <p:txBody>
          <a:bodyPr/>
          <a:lstStyle/>
          <a:p>
            <a:r>
              <a:rPr lang="nb-NO" dirty="0"/>
              <a:t>Klikk her for å legge til en skjult tittel</a:t>
            </a:r>
          </a:p>
        </p:txBody>
      </p:sp>
      <p:sp>
        <p:nvSpPr>
          <p:cNvPr id="3" name="Plassholder for innhold" descr="Rediger tesk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77" y="707571"/>
            <a:ext cx="10949354" cy="504897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Kildehenvisning">
            <a:extLst>
              <a:ext uri="{FF2B5EF4-FFF2-40B4-BE49-F238E27FC236}">
                <a16:creationId xmlns:a16="http://schemas.microsoft.com/office/drawing/2014/main" id="{AC1BB53A-A087-4B41-B66F-AC25636DE0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2" name="Sidetall">
            <a:extLst>
              <a:ext uri="{FF2B5EF4-FFF2-40B4-BE49-F238E27FC236}">
                <a16:creationId xmlns:a16="http://schemas.microsoft.com/office/drawing/2014/main" id="{2E8A88B0-0E81-434E-A86A-2FB4F0C7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23009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innhol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3E9A6563-3751-A13E-F5F7-151289B93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097" y="-543339"/>
            <a:ext cx="11033200" cy="543339"/>
          </a:xfrm>
        </p:spPr>
        <p:txBody>
          <a:bodyPr/>
          <a:lstStyle/>
          <a:p>
            <a:r>
              <a:rPr lang="nb-NO" dirty="0"/>
              <a:t>Klikk her for å legge til en skjult tittel</a:t>
            </a:r>
          </a:p>
        </p:txBody>
      </p:sp>
      <p:sp>
        <p:nvSpPr>
          <p:cNvPr id="3" name="Plassholder for innhold" descr="Rediger tesktstiler i malen">
            <a:extLst>
              <a:ext uri="{FF2B5EF4-FFF2-40B4-BE49-F238E27FC236}">
                <a16:creationId xmlns:a16="http://schemas.microsoft.com/office/drawing/2014/main" id="{FE4A1D1D-C8A3-914A-83EF-30FC6150C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77" y="707571"/>
            <a:ext cx="10949354" cy="504897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Kildehenvisning">
            <a:extLst>
              <a:ext uri="{FF2B5EF4-FFF2-40B4-BE49-F238E27FC236}">
                <a16:creationId xmlns:a16="http://schemas.microsoft.com/office/drawing/2014/main" id="{AC1BB53A-A087-4B41-B66F-AC25636DE0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2" name="Sidetall">
            <a:extLst>
              <a:ext uri="{FF2B5EF4-FFF2-40B4-BE49-F238E27FC236}">
                <a16:creationId xmlns:a16="http://schemas.microsoft.com/office/drawing/2014/main" id="{2E8A88B0-0E81-434E-A86A-2FB4F0C7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18092B0D-91F6-77C0-EE6B-25CAD1B0A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02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5220000" cy="4247768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336" y="1606062"/>
            <a:ext cx="5220000" cy="4247768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6021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ammenligning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5220000" cy="4247768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336" y="1606062"/>
            <a:ext cx="5220000" cy="4247768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720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ammenlign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5220000" cy="4247768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336" y="1606062"/>
            <a:ext cx="5220000" cy="4247768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  <p:pic>
        <p:nvPicPr>
          <p:cNvPr id="2" name="Grafikk 1">
            <a:extLst>
              <a:ext uri="{FF2B5EF4-FFF2-40B4-BE49-F238E27FC236}">
                <a16:creationId xmlns:a16="http://schemas.microsoft.com/office/drawing/2014/main" id="{E4CE7C8A-5557-A8CE-0CB8-86A9C16044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11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5220000" cy="4247768"/>
          </a:xfrm>
          <a:prstGeom prst="roundRect">
            <a:avLst>
              <a:gd name="adj" fmla="val 5205"/>
            </a:avLst>
          </a:prstGeom>
          <a:solidFill>
            <a:srgbClr val="F8EDDD"/>
          </a:solidFill>
        </p:spPr>
        <p:txBody>
          <a:bodyPr lIns="144000" tIns="144000" rIns="144000" bIns="144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336" y="1606062"/>
            <a:ext cx="5220000" cy="4247768"/>
          </a:xfrm>
          <a:prstGeom prst="roundRect">
            <a:avLst>
              <a:gd name="adj" fmla="val 6882"/>
            </a:avLst>
          </a:prstGeom>
          <a:solidFill>
            <a:srgbClr val="F8EDDD"/>
          </a:solidFill>
        </p:spPr>
        <p:txBody>
          <a:bodyPr lIns="144000" tIns="144000" rIns="144000" bIns="144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47924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ammenlign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5220000" cy="4247768"/>
          </a:xfrm>
          <a:prstGeom prst="roundRect">
            <a:avLst>
              <a:gd name="adj" fmla="val 5205"/>
            </a:avLst>
          </a:prstGeom>
          <a:solidFill>
            <a:srgbClr val="F8EDDD"/>
          </a:solidFill>
        </p:spPr>
        <p:txBody>
          <a:bodyPr lIns="144000" tIns="144000" rIns="144000" bIns="144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336" y="1606062"/>
            <a:ext cx="5220000" cy="4247768"/>
          </a:xfrm>
          <a:prstGeom prst="roundRect">
            <a:avLst>
              <a:gd name="adj" fmla="val 6882"/>
            </a:avLst>
          </a:prstGeom>
          <a:solidFill>
            <a:srgbClr val="F8EDDD"/>
          </a:solidFill>
        </p:spPr>
        <p:txBody>
          <a:bodyPr lIns="144000" tIns="144000" rIns="144000" bIns="144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2" name="Grafikk 1">
            <a:extLst>
              <a:ext uri="{FF2B5EF4-FFF2-40B4-BE49-F238E27FC236}">
                <a16:creationId xmlns:a16="http://schemas.microsoft.com/office/drawing/2014/main" id="{745FABE2-2E1C-4936-CF98-A61B516A95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39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3142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innhold 3" descr="Klikk for å redigere tekststiler i malen">
            <a:extLst>
              <a:ext uri="{FF2B5EF4-FFF2-40B4-BE49-F238E27FC236}">
                <a16:creationId xmlns:a16="http://schemas.microsoft.com/office/drawing/2014/main" id="{F9184194-EB98-5626-A19E-5DA86589DBA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30336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9804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ammenligning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3142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innhold 3" descr="Klikk for å redigere tekststiler i malen">
            <a:extLst>
              <a:ext uri="{FF2B5EF4-FFF2-40B4-BE49-F238E27FC236}">
                <a16:creationId xmlns:a16="http://schemas.microsoft.com/office/drawing/2014/main" id="{F9184194-EB98-5626-A19E-5DA86589DBA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30336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1966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ammenlign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3142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innhold 3" descr="Klikk for å redigere tekststiler i malen">
            <a:extLst>
              <a:ext uri="{FF2B5EF4-FFF2-40B4-BE49-F238E27FC236}">
                <a16:creationId xmlns:a16="http://schemas.microsoft.com/office/drawing/2014/main" id="{F9184194-EB98-5626-A19E-5DA86589DBA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30336" y="1606062"/>
            <a:ext cx="3240000" cy="4247767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C4D0A447-69C8-59A4-90DD-6275214DC1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89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3420000" cy="4247767"/>
          </a:xfrm>
          <a:prstGeom prst="roundRect">
            <a:avLst>
              <a:gd name="adj" fmla="val 7157"/>
            </a:avLst>
          </a:prstGeom>
          <a:solidFill>
            <a:srgbClr val="F8EDDD"/>
          </a:solidFill>
          <a:ln>
            <a:noFill/>
          </a:ln>
        </p:spPr>
        <p:txBody>
          <a:bodyPr lIns="108000" tIns="72000" rIns="108000" bIns="72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142" y="1606062"/>
            <a:ext cx="3420000" cy="4247767"/>
          </a:xfrm>
          <a:prstGeom prst="roundRect">
            <a:avLst>
              <a:gd name="adj" fmla="val 7464"/>
            </a:avLst>
          </a:prstGeom>
          <a:solidFill>
            <a:srgbClr val="F8EDDD"/>
          </a:solidFill>
          <a:ln>
            <a:noFill/>
          </a:ln>
        </p:spPr>
        <p:txBody>
          <a:bodyPr lIns="108000" tIns="72000" rIns="108000" bIns="72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innhold 3" descr="Klikk for å redigere tekststiler i malen">
            <a:extLst>
              <a:ext uri="{FF2B5EF4-FFF2-40B4-BE49-F238E27FC236}">
                <a16:creationId xmlns:a16="http://schemas.microsoft.com/office/drawing/2014/main" id="{F9184194-EB98-5626-A19E-5DA86589DBA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50336" y="1606062"/>
            <a:ext cx="3420000" cy="4247767"/>
          </a:xfrm>
          <a:prstGeom prst="roundRect">
            <a:avLst>
              <a:gd name="adj" fmla="val 7158"/>
            </a:avLst>
          </a:prstGeom>
          <a:solidFill>
            <a:srgbClr val="F8EDDD"/>
          </a:solidFill>
          <a:ln>
            <a:noFill/>
          </a:ln>
        </p:spPr>
        <p:txBody>
          <a:bodyPr lIns="108000" tIns="72000" rIns="108000" bIns="72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69593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mmenlign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">
            <a:extLst>
              <a:ext uri="{FF2B5EF4-FFF2-40B4-BE49-F238E27FC236}">
                <a16:creationId xmlns:a16="http://schemas.microsoft.com/office/drawing/2014/main" id="{4DC0FE1D-5251-F8FE-CFE2-DA04D8E8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6"/>
            <a:ext cx="11034387" cy="1001294"/>
          </a:xfrm>
        </p:spPr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 1" descr="Klikk for å redigere tekststiler i malen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949" y="1606062"/>
            <a:ext cx="3420000" cy="4247767"/>
          </a:xfrm>
          <a:prstGeom prst="roundRect">
            <a:avLst>
              <a:gd name="adj" fmla="val 7157"/>
            </a:avLst>
          </a:prstGeom>
          <a:solidFill>
            <a:srgbClr val="F8EDDD"/>
          </a:solidFill>
          <a:ln>
            <a:noFill/>
          </a:ln>
        </p:spPr>
        <p:txBody>
          <a:bodyPr lIns="108000" tIns="72000" rIns="108000" bIns="72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2" descr="Klikk for å redigere tekststiler i malen">
            <a:extLst>
              <a:ext uri="{FF2B5EF4-FFF2-40B4-BE49-F238E27FC236}">
                <a16:creationId xmlns:a16="http://schemas.microsoft.com/office/drawing/2014/main" id="{4A7ACAD7-72B5-0D48-840B-452B3A1E1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142" y="1606062"/>
            <a:ext cx="3420000" cy="4247767"/>
          </a:xfrm>
          <a:prstGeom prst="roundRect">
            <a:avLst>
              <a:gd name="adj" fmla="val 7464"/>
            </a:avLst>
          </a:prstGeom>
          <a:solidFill>
            <a:srgbClr val="F8EDDD"/>
          </a:solidFill>
          <a:ln>
            <a:noFill/>
          </a:ln>
        </p:spPr>
        <p:txBody>
          <a:bodyPr lIns="108000" tIns="72000" rIns="108000" bIns="72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innhold 3" descr="Klikk for å redigere tekststiler i malen">
            <a:extLst>
              <a:ext uri="{FF2B5EF4-FFF2-40B4-BE49-F238E27FC236}">
                <a16:creationId xmlns:a16="http://schemas.microsoft.com/office/drawing/2014/main" id="{F9184194-EB98-5626-A19E-5DA86589DBA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50336" y="1606062"/>
            <a:ext cx="3420000" cy="4247767"/>
          </a:xfrm>
          <a:prstGeom prst="roundRect">
            <a:avLst>
              <a:gd name="adj" fmla="val 7158"/>
            </a:avLst>
          </a:prstGeom>
          <a:solidFill>
            <a:srgbClr val="F8EDDD"/>
          </a:solidFill>
          <a:ln>
            <a:noFill/>
          </a:ln>
        </p:spPr>
        <p:txBody>
          <a:bodyPr lIns="108000" tIns="72000" rIns="108000" bIns="72000">
            <a:normAutofit/>
          </a:bodyPr>
          <a:lstStyle>
            <a:lvl1pPr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5292FFB7-C40D-654F-99EA-194D09B8CF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59663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5" name="Sidetall">
            <a:extLst>
              <a:ext uri="{FF2B5EF4-FFF2-40B4-BE49-F238E27FC236}">
                <a16:creationId xmlns:a16="http://schemas.microsoft.com/office/drawing/2014/main" id="{E87323BC-D981-E141-A5E2-F609B886A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17FFE78C-B5CB-9470-D579-9809DC2F8A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67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venstre og bilde høy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">
            <a:extLst>
              <a:ext uri="{FF2B5EF4-FFF2-40B4-BE49-F238E27FC236}">
                <a16:creationId xmlns:a16="http://schemas.microsoft.com/office/drawing/2014/main" id="{256E3A6F-E138-93A9-A699-AF0B9965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365125"/>
            <a:ext cx="5188226" cy="1274832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287" y="1883228"/>
            <a:ext cx="5188225" cy="404864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bilde" descr="1. Klikk på ikonet over2. Velg bildet du ønsker å sette inn3. Bruk ‘bildeverktøy’ –&gt; ‘beskjær’ for å endre bildeutsnittHer kan du velge utsnitt ved å dra i de hvite kulene i hjørnet. (Hold Shift inne for å bevare forholdet mellom sidene.)&#10;">
            <a:extLst>
              <a:ext uri="{FF2B5EF4-FFF2-40B4-BE49-F238E27FC236}">
                <a16:creationId xmlns:a16="http://schemas.microsoft.com/office/drawing/2014/main" id="{8F805DAA-BC6A-A3ED-9481-D1119C09665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093" y="-12357"/>
            <a:ext cx="5907014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7014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5904402" y="0"/>
                </a:lnTo>
                <a:cubicBezTo>
                  <a:pt x="5906336" y="2117535"/>
                  <a:pt x="5909158" y="4045764"/>
                  <a:pt x="5904402" y="5914943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</p:spPr>
        <p:txBody>
          <a:bodyPr anchor="b">
            <a:normAutofit/>
          </a:bodyPr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Klikk på ikonet over</a:t>
            </a:r>
            <a:br>
              <a:rPr lang="nb-NO" noProof="0" dirty="0"/>
            </a:br>
            <a:r>
              <a:rPr lang="nb-NO" noProof="0" dirty="0"/>
              <a:t>2. Velg bildet du ønsker å sette inn</a:t>
            </a:r>
            <a:br>
              <a:rPr lang="nb-NO" noProof="0" dirty="0"/>
            </a:br>
            <a:r>
              <a:rPr lang="nb-NO" noProof="0" dirty="0"/>
              <a:t>3. Bruk ‘bildeverktøy’ –&gt; ‘beskjær’ for å endre bildeutsnitt</a:t>
            </a:r>
            <a:br>
              <a:rPr lang="nb-NO" noProof="0" dirty="0"/>
            </a:br>
            <a:r>
              <a:rPr lang="nb-NO" noProof="0" dirty="0"/>
              <a:t>Her kan du velge utsnitt ved å dra i de hvite kulene i hjørnet. </a:t>
            </a:r>
            <a:br>
              <a:rPr lang="nb-NO" noProof="0" dirty="0"/>
            </a:br>
            <a:r>
              <a:rPr lang="nb-NO" noProof="0" dirty="0"/>
              <a:t>(Hold </a:t>
            </a:r>
            <a:r>
              <a:rPr lang="nb-NO" noProof="0" dirty="0" err="1"/>
              <a:t>Shift</a:t>
            </a:r>
            <a:r>
              <a:rPr lang="nb-NO" noProof="0" dirty="0"/>
              <a:t> inne for å bevare forholdet mellom sidene.)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D8F9F51F-B020-6B33-79B0-5676BA9355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931" y="6184371"/>
            <a:ext cx="3992646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</p:spTree>
    <p:extLst>
      <p:ext uri="{BB962C8B-B14F-4D97-AF65-F5344CB8AC3E}">
        <p14:creationId xmlns:p14="http://schemas.microsoft.com/office/powerpoint/2010/main" val="3624696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venstre og bilde høyre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">
            <a:extLst>
              <a:ext uri="{FF2B5EF4-FFF2-40B4-BE49-F238E27FC236}">
                <a16:creationId xmlns:a16="http://schemas.microsoft.com/office/drawing/2014/main" id="{256E3A6F-E138-93A9-A699-AF0B9965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365125"/>
            <a:ext cx="5188226" cy="1274832"/>
          </a:xfrm>
        </p:spPr>
        <p:txBody>
          <a:bodyPr/>
          <a:lstStyle>
            <a:lvl1pPr>
              <a:defRPr b="1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287" y="1883228"/>
            <a:ext cx="5188225" cy="404864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bilde" descr="1. Klikk på ikonet over2. Velg bildet du ønsker å sette inn3. Bruk ‘bildeverktøy’ –&gt; ‘beskjær’ for å endre bildeutsnittHer kan du velge utsnitt ved å dra i de hvite kulene i hjørnet. (Hold Shift inne for å bevare forholdet mellom sidene.)&#10;">
            <a:extLst>
              <a:ext uri="{FF2B5EF4-FFF2-40B4-BE49-F238E27FC236}">
                <a16:creationId xmlns:a16="http://schemas.microsoft.com/office/drawing/2014/main" id="{F92D8C84-8DFB-5945-96ED-1AF02FB556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093" y="-12357"/>
            <a:ext cx="5907014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7014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5904402" y="0"/>
                </a:lnTo>
                <a:cubicBezTo>
                  <a:pt x="5906336" y="2117535"/>
                  <a:pt x="5909158" y="4045764"/>
                  <a:pt x="5904402" y="5914943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</p:spPr>
        <p:txBody>
          <a:bodyPr anchor="b">
            <a:normAutofit/>
          </a:bodyPr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Klikk på ikonet over</a:t>
            </a:r>
            <a:br>
              <a:rPr lang="nb-NO" noProof="0" dirty="0"/>
            </a:br>
            <a:r>
              <a:rPr lang="nb-NO" noProof="0" dirty="0"/>
              <a:t>2. Velg bildet du ønsker å sette inn</a:t>
            </a:r>
            <a:br>
              <a:rPr lang="nb-NO" noProof="0" dirty="0"/>
            </a:br>
            <a:r>
              <a:rPr lang="nb-NO" noProof="0" dirty="0"/>
              <a:t>3. Bruk ‘bildeverktøy’ –&gt; ‘beskjær’ for å endre bildeutsnitt</a:t>
            </a:r>
            <a:br>
              <a:rPr lang="nb-NO" noProof="0" dirty="0"/>
            </a:br>
            <a:r>
              <a:rPr lang="nb-NO" noProof="0" dirty="0"/>
              <a:t>Her kan du velge utsnitt ved å dra i de hvite kulene i hjørnet. </a:t>
            </a:r>
            <a:br>
              <a:rPr lang="nb-NO" noProof="0" dirty="0"/>
            </a:br>
            <a:r>
              <a:rPr lang="nb-NO" noProof="0" dirty="0"/>
              <a:t>(Hold </a:t>
            </a:r>
            <a:r>
              <a:rPr lang="nb-NO" noProof="0" dirty="0" err="1"/>
              <a:t>Shift</a:t>
            </a:r>
            <a:r>
              <a:rPr lang="nb-NO" noProof="0" dirty="0"/>
              <a:t> inne for å bevare forholdet mellom sidene.)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6A4B12A5-698B-1545-A4BE-5CAA787AE4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931" y="6184371"/>
            <a:ext cx="3992646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</p:spTree>
    <p:extLst>
      <p:ext uri="{BB962C8B-B14F-4D97-AF65-F5344CB8AC3E}">
        <p14:creationId xmlns:p14="http://schemas.microsoft.com/office/powerpoint/2010/main" val="11672438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 venstre og bilde høyre">
    <p:bg>
      <p:bgPr>
        <a:solidFill>
          <a:srgbClr val="FE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">
            <a:extLst>
              <a:ext uri="{FF2B5EF4-FFF2-40B4-BE49-F238E27FC236}">
                <a16:creationId xmlns:a16="http://schemas.microsoft.com/office/drawing/2014/main" id="{256E3A6F-E138-93A9-A699-AF0B9965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365125"/>
            <a:ext cx="5188226" cy="1274832"/>
          </a:xfrm>
        </p:spPr>
        <p:txBody>
          <a:bodyPr/>
          <a:lstStyle>
            <a:lvl1pPr>
              <a:defRPr b="1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287" y="1883228"/>
            <a:ext cx="5188225" cy="404864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bilde" descr="1. Klikk på ikonet over2. Velg bildet du ønsker å sette inn3. Bruk ‘bildeverktøy’ –&gt; ‘beskjær’ for å endre bildeutsnittHer kan du velge utsnitt ved å dra i de hvite kulene i hjørnet. (Hold Shift inne for å bevare forholdet mellom sidene.)&#10;">
            <a:extLst>
              <a:ext uri="{FF2B5EF4-FFF2-40B4-BE49-F238E27FC236}">
                <a16:creationId xmlns:a16="http://schemas.microsoft.com/office/drawing/2014/main" id="{F92D8C84-8DFB-5945-96ED-1AF02FB556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093" y="-12357"/>
            <a:ext cx="5907014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7014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5904402" y="0"/>
                </a:lnTo>
                <a:cubicBezTo>
                  <a:pt x="5906336" y="2117535"/>
                  <a:pt x="5909158" y="4045764"/>
                  <a:pt x="5904402" y="5914943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</p:spPr>
        <p:txBody>
          <a:bodyPr anchor="b">
            <a:normAutofit/>
          </a:bodyPr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Klikk på ikonet over</a:t>
            </a:r>
            <a:br>
              <a:rPr lang="nb-NO" noProof="0" dirty="0"/>
            </a:br>
            <a:r>
              <a:rPr lang="nb-NO" noProof="0" dirty="0"/>
              <a:t>2. Velg bildet du ønsker å sette inn</a:t>
            </a:r>
            <a:br>
              <a:rPr lang="nb-NO" noProof="0" dirty="0"/>
            </a:br>
            <a:r>
              <a:rPr lang="nb-NO" noProof="0" dirty="0"/>
              <a:t>3. Bruk ‘bildeverktøy’ –&gt; ‘beskjær’ for å endre bildeutsnitt</a:t>
            </a:r>
            <a:br>
              <a:rPr lang="nb-NO" noProof="0" dirty="0"/>
            </a:br>
            <a:r>
              <a:rPr lang="nb-NO" noProof="0" dirty="0"/>
              <a:t>Her kan du velge utsnitt ved å dra i de hvite kulene i hjørnet. </a:t>
            </a:r>
            <a:br>
              <a:rPr lang="nb-NO" noProof="0" dirty="0"/>
            </a:br>
            <a:r>
              <a:rPr lang="nb-NO" noProof="0" dirty="0"/>
              <a:t>(Hold </a:t>
            </a:r>
            <a:r>
              <a:rPr lang="nb-NO" noProof="0" dirty="0" err="1"/>
              <a:t>Shift</a:t>
            </a:r>
            <a:r>
              <a:rPr lang="nb-NO" noProof="0" dirty="0"/>
              <a:t> inne for å bevare forholdet mellom sidene.)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6A4B12A5-698B-1545-A4BE-5CAA787AE4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931" y="6184371"/>
            <a:ext cx="3992646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</p:spTree>
    <p:extLst>
      <p:ext uri="{BB962C8B-B14F-4D97-AF65-F5344CB8AC3E}">
        <p14:creationId xmlns:p14="http://schemas.microsoft.com/office/powerpoint/2010/main" val="3991626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venstre og bilde høyre">
    <p:bg>
      <p:bgPr>
        <a:solidFill>
          <a:srgbClr val="E1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">
            <a:extLst>
              <a:ext uri="{FF2B5EF4-FFF2-40B4-BE49-F238E27FC236}">
                <a16:creationId xmlns:a16="http://schemas.microsoft.com/office/drawing/2014/main" id="{256E3A6F-E138-93A9-A699-AF0B9965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365125"/>
            <a:ext cx="5188226" cy="1274832"/>
          </a:xfrm>
        </p:spPr>
        <p:txBody>
          <a:bodyPr/>
          <a:lstStyle>
            <a:lvl1pPr>
              <a:defRPr b="1">
                <a:solidFill>
                  <a:srgbClr val="192343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287" y="1883228"/>
            <a:ext cx="5188225" cy="404864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19234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bilde" descr="1. Klikk på ikonet over&#10;2. Velg bildet du ønsker å sette inn&#10;3. Bruk ‘bildeverktøy’ –&gt; ‘beskjær’ for å endre bildeutsnitt&#10;Her kan du velge utsnitt ved å dra i de hvite kulene i hjørnet. (Hold Shift inne for å bevare forholdet mellom sidene.)&#10;">
            <a:extLst>
              <a:ext uri="{FF2B5EF4-FFF2-40B4-BE49-F238E27FC236}">
                <a16:creationId xmlns:a16="http://schemas.microsoft.com/office/drawing/2014/main" id="{F92D8C84-8DFB-5945-96ED-1AF02FB556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093" y="-12357"/>
            <a:ext cx="5907014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7014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5904402" y="0"/>
                </a:lnTo>
                <a:cubicBezTo>
                  <a:pt x="5906336" y="2117535"/>
                  <a:pt x="5909158" y="4045764"/>
                  <a:pt x="5904402" y="5914943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</p:spPr>
        <p:txBody>
          <a:bodyPr anchor="b">
            <a:normAutofit/>
          </a:bodyPr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Klikk på ikonet over</a:t>
            </a:r>
            <a:br>
              <a:rPr lang="nb-NO" noProof="0" dirty="0"/>
            </a:br>
            <a:r>
              <a:rPr lang="nb-NO" noProof="0" dirty="0"/>
              <a:t>2. Velg bildet du ønsker å sette inn</a:t>
            </a:r>
            <a:br>
              <a:rPr lang="nb-NO" noProof="0" dirty="0"/>
            </a:br>
            <a:r>
              <a:rPr lang="nb-NO" noProof="0" dirty="0"/>
              <a:t>3. Bruk ‘bildeverktøy’ –&gt; ‘beskjær’ for å endre bildeutsnitt</a:t>
            </a:r>
            <a:br>
              <a:rPr lang="nb-NO" noProof="0" dirty="0"/>
            </a:br>
            <a:r>
              <a:rPr lang="nb-NO" noProof="0" dirty="0"/>
              <a:t>Her kan du velge utsnitt ved å dra i de hvite kulene i hjørnet. </a:t>
            </a:r>
            <a:br>
              <a:rPr lang="nb-NO" noProof="0" dirty="0"/>
            </a:br>
            <a:r>
              <a:rPr lang="nb-NO" noProof="0" dirty="0"/>
              <a:t>(Hold </a:t>
            </a:r>
            <a:r>
              <a:rPr lang="nb-NO" noProof="0" dirty="0" err="1"/>
              <a:t>Shift</a:t>
            </a:r>
            <a:r>
              <a:rPr lang="nb-NO" noProof="0" dirty="0"/>
              <a:t> inne for å bevare forholdet mellom sidene.)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6A4B12A5-698B-1545-A4BE-5CAA787AE4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931" y="6184371"/>
            <a:ext cx="3992646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192343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</p:spTree>
    <p:extLst>
      <p:ext uri="{BB962C8B-B14F-4D97-AF65-F5344CB8AC3E}">
        <p14:creationId xmlns:p14="http://schemas.microsoft.com/office/powerpoint/2010/main" val="15111352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venstre og bilde høyre">
    <p:bg>
      <p:bgPr>
        <a:solidFill>
          <a:srgbClr val="E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">
            <a:extLst>
              <a:ext uri="{FF2B5EF4-FFF2-40B4-BE49-F238E27FC236}">
                <a16:creationId xmlns:a16="http://schemas.microsoft.com/office/drawing/2014/main" id="{256E3A6F-E138-93A9-A699-AF0B9965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365125"/>
            <a:ext cx="5188226" cy="1274832"/>
          </a:xfrm>
        </p:spPr>
        <p:txBody>
          <a:bodyPr/>
          <a:lstStyle>
            <a:lvl1pPr>
              <a:defRPr b="1">
                <a:solidFill>
                  <a:srgbClr val="03591D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287" y="1883228"/>
            <a:ext cx="5188225" cy="404864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3591D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bilde" descr="1. Klikk på ikonet over2. Velg bildet du ønsker å sette inn3. Bruk ‘bildeverktøy’ –&gt; ‘beskjær’ for å endre bildeutsnittHer kan du velge utsnitt ved å dra i de hvite kulene i hjørnet. (Hold Shift inne for å bevare forholdet mellom sidene.)&#10;">
            <a:extLst>
              <a:ext uri="{FF2B5EF4-FFF2-40B4-BE49-F238E27FC236}">
                <a16:creationId xmlns:a16="http://schemas.microsoft.com/office/drawing/2014/main" id="{F92D8C84-8DFB-5945-96ED-1AF02FB556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093" y="-12357"/>
            <a:ext cx="5907014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7014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5904402" y="0"/>
                </a:lnTo>
                <a:cubicBezTo>
                  <a:pt x="5906336" y="2117535"/>
                  <a:pt x="5909158" y="4045764"/>
                  <a:pt x="5904402" y="5914943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</p:spPr>
        <p:txBody>
          <a:bodyPr anchor="b">
            <a:normAutofit/>
          </a:bodyPr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Klikk på ikonet over</a:t>
            </a:r>
            <a:br>
              <a:rPr lang="nb-NO" noProof="0" dirty="0"/>
            </a:br>
            <a:r>
              <a:rPr lang="nb-NO" noProof="0" dirty="0"/>
              <a:t>2. Velg bildet du ønsker å sette inn</a:t>
            </a:r>
            <a:br>
              <a:rPr lang="nb-NO" noProof="0" dirty="0"/>
            </a:br>
            <a:r>
              <a:rPr lang="nb-NO" noProof="0" dirty="0"/>
              <a:t>3. Bruk ‘bildeverktøy’ –&gt; ‘beskjær’ for å endre bildeutsnitt</a:t>
            </a:r>
            <a:br>
              <a:rPr lang="nb-NO" noProof="0" dirty="0"/>
            </a:br>
            <a:r>
              <a:rPr lang="nb-NO" noProof="0" dirty="0"/>
              <a:t>Her kan du velge utsnitt ved å dra i de hvite kulene i hjørnet. </a:t>
            </a:r>
            <a:br>
              <a:rPr lang="nb-NO" noProof="0" dirty="0"/>
            </a:br>
            <a:r>
              <a:rPr lang="nb-NO" noProof="0" dirty="0"/>
              <a:t>(Hold </a:t>
            </a:r>
            <a:r>
              <a:rPr lang="nb-NO" noProof="0" dirty="0" err="1"/>
              <a:t>Shift</a:t>
            </a:r>
            <a:r>
              <a:rPr lang="nb-NO" noProof="0" dirty="0"/>
              <a:t> inne for å bevare forholdet mellom sidene.)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6A4B12A5-698B-1545-A4BE-5CAA787AE4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931" y="6184371"/>
            <a:ext cx="3992646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192343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</p:spTree>
    <p:extLst>
      <p:ext uri="{BB962C8B-B14F-4D97-AF65-F5344CB8AC3E}">
        <p14:creationId xmlns:p14="http://schemas.microsoft.com/office/powerpoint/2010/main" val="27996890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kst venstre og bilde høyre">
    <p:bg>
      <p:bgPr>
        <a:solidFill>
          <a:srgbClr val="13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">
            <a:extLst>
              <a:ext uri="{FF2B5EF4-FFF2-40B4-BE49-F238E27FC236}">
                <a16:creationId xmlns:a16="http://schemas.microsoft.com/office/drawing/2014/main" id="{256E3A6F-E138-93A9-A699-AF0B9965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365125"/>
            <a:ext cx="5188226" cy="1274832"/>
          </a:xfrm>
        </p:spPr>
        <p:txBody>
          <a:bodyPr/>
          <a:lstStyle>
            <a:lvl1pPr>
              <a:defRPr b="1">
                <a:solidFill>
                  <a:srgbClr val="E1EEFA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innhold">
            <a:extLst>
              <a:ext uri="{FF2B5EF4-FFF2-40B4-BE49-F238E27FC236}">
                <a16:creationId xmlns:a16="http://schemas.microsoft.com/office/drawing/2014/main" id="{80FB60E4-9D32-0846-B8BB-D8ACEE6ED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287" y="1883228"/>
            <a:ext cx="5188225" cy="4048649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E1EEFA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bilde" descr="1. Klikk på ikonet over2. Velg bildet du ønsker å sette inn3. Bruk ‘bildeverktøy’ –&gt; ‘beskjær’ for å endre bildeutsnittHer kan du velge utsnitt ved å dra i de hvite kulene i hjørnet. (Hold Shift inne for å bevare forholdet mellom sidene.)&#10;">
            <a:extLst>
              <a:ext uri="{FF2B5EF4-FFF2-40B4-BE49-F238E27FC236}">
                <a16:creationId xmlns:a16="http://schemas.microsoft.com/office/drawing/2014/main" id="{F92D8C84-8DFB-5945-96ED-1AF02FB556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093" y="-12357"/>
            <a:ext cx="5907014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7014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5904402" y="0"/>
                </a:lnTo>
                <a:cubicBezTo>
                  <a:pt x="5906336" y="2117535"/>
                  <a:pt x="5909158" y="4045764"/>
                  <a:pt x="5904402" y="5914943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</p:spPr>
        <p:txBody>
          <a:bodyPr anchor="b">
            <a:normAutofit/>
          </a:bodyPr>
          <a:lstStyle>
            <a:lvl1pPr>
              <a:defRPr sz="1800">
                <a:solidFill>
                  <a:srgbClr val="E1EEFA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Klikk på ikonet over</a:t>
            </a:r>
            <a:br>
              <a:rPr lang="nb-NO" noProof="0" dirty="0"/>
            </a:br>
            <a:r>
              <a:rPr lang="nb-NO" noProof="0" dirty="0"/>
              <a:t>2. Velg bildet du ønsker å sette inn</a:t>
            </a:r>
            <a:br>
              <a:rPr lang="nb-NO" noProof="0" dirty="0"/>
            </a:br>
            <a:r>
              <a:rPr lang="nb-NO" noProof="0" dirty="0"/>
              <a:t>3. Bruk ‘bildeverktøy’ –&gt; ‘beskjær’ for å endre bildeutsnitt</a:t>
            </a:r>
            <a:br>
              <a:rPr lang="nb-NO" noProof="0" dirty="0"/>
            </a:br>
            <a:r>
              <a:rPr lang="nb-NO" noProof="0" dirty="0"/>
              <a:t>Her kan du velge utsnitt ved å dra i de hvite kulene i hjørnet. </a:t>
            </a:r>
            <a:br>
              <a:rPr lang="nb-NO" noProof="0" dirty="0"/>
            </a:br>
            <a:r>
              <a:rPr lang="nb-NO" noProof="0" dirty="0"/>
              <a:t>(Hold </a:t>
            </a:r>
            <a:r>
              <a:rPr lang="nb-NO" noProof="0" dirty="0" err="1"/>
              <a:t>Shift</a:t>
            </a:r>
            <a:r>
              <a:rPr lang="nb-NO" noProof="0" dirty="0"/>
              <a:t> inne for å bevare forholdet mellom sidene.)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6A4B12A5-698B-1545-A4BE-5CAA787AE4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0931" y="6184371"/>
            <a:ext cx="3992646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B5DBDA77-53D6-23FF-D976-8902B11EF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0416" y="6184371"/>
            <a:ext cx="1189973" cy="504528"/>
          </a:xfrm>
          <a:prstGeom prst="rect">
            <a:avLst/>
          </a:prstGeom>
          <a:solidFill>
            <a:srgbClr val="131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7957CBFD-64CF-B674-6158-620852DB74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950" y="6297755"/>
            <a:ext cx="762036" cy="3175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99189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kjerm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" descr="1. plasser et bilde i rammen&#10;2. plasser lengst bak&#10;">
            <a:extLst>
              <a:ext uri="{FF2B5EF4-FFF2-40B4-BE49-F238E27FC236}">
                <a16:creationId xmlns:a16="http://schemas.microsoft.com/office/drawing/2014/main" id="{D0663D45-2C04-0FDD-283E-FDC4488924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1213" y="-25400"/>
            <a:ext cx="11932849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  <a:gd name="connsiteX0" fmla="*/ 14003 w 11932669"/>
              <a:gd name="connsiteY0" fmla="*/ 4946814 h 5931877"/>
              <a:gd name="connsiteX1" fmla="*/ 0 w 11932669"/>
              <a:gd name="connsiteY1" fmla="*/ 16933 h 5931877"/>
              <a:gd name="connsiteX2" fmla="*/ 11932669 w 11932669"/>
              <a:gd name="connsiteY2" fmla="*/ 0 h 5931877"/>
              <a:gd name="connsiteX3" fmla="*/ 5904402 w 11932669"/>
              <a:gd name="connsiteY3" fmla="*/ 5914943 h 5931877"/>
              <a:gd name="connsiteX4" fmla="*/ 999066 w 11932669"/>
              <a:gd name="connsiteY4" fmla="*/ 5931877 h 5931877"/>
              <a:gd name="connsiteX5" fmla="*/ 14003 w 11932669"/>
              <a:gd name="connsiteY5" fmla="*/ 4946814 h 5931877"/>
              <a:gd name="connsiteX0" fmla="*/ 14003 w 11932849"/>
              <a:gd name="connsiteY0" fmla="*/ 4946814 h 5931877"/>
              <a:gd name="connsiteX1" fmla="*/ 0 w 11932849"/>
              <a:gd name="connsiteY1" fmla="*/ 16933 h 5931877"/>
              <a:gd name="connsiteX2" fmla="*/ 11932669 w 11932849"/>
              <a:gd name="connsiteY2" fmla="*/ 0 h 5931877"/>
              <a:gd name="connsiteX3" fmla="*/ 11915736 w 11932849"/>
              <a:gd name="connsiteY3" fmla="*/ 5898010 h 5931877"/>
              <a:gd name="connsiteX4" fmla="*/ 999066 w 11932849"/>
              <a:gd name="connsiteY4" fmla="*/ 5931877 h 5931877"/>
              <a:gd name="connsiteX5" fmla="*/ 14003 w 11932849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32849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11932669" y="0"/>
                </a:lnTo>
                <a:cubicBezTo>
                  <a:pt x="11934603" y="2117535"/>
                  <a:pt x="11920492" y="4028831"/>
                  <a:pt x="11915736" y="5898010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anchor="b">
            <a:normAutofit/>
          </a:bodyPr>
          <a:lstStyle>
            <a:lvl1pPr algn="r"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plasser et bilde i rammen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2. plasser lengst bak</a:t>
            </a:r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B155B4C0-4369-4842-A92C-0BEF7F14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063"/>
            <a:ext cx="10515600" cy="1325563"/>
          </a:xfrm>
        </p:spPr>
        <p:txBody>
          <a:bodyPr anchor="t">
            <a:normAutofit/>
          </a:bodyPr>
          <a:lstStyle>
            <a:lvl1pPr>
              <a:defRPr sz="4800">
                <a:solidFill>
                  <a:srgbClr val="000000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8" name="Kildehenvisning">
            <a:extLst>
              <a:ext uri="{FF2B5EF4-FFF2-40B4-BE49-F238E27FC236}">
                <a16:creationId xmlns:a16="http://schemas.microsoft.com/office/drawing/2014/main" id="{34787E5B-5B6D-504D-A89E-8DC6147EA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3" name="Sidetall">
            <a:extLst>
              <a:ext uri="{FF2B5EF4-FFF2-40B4-BE49-F238E27FC236}">
                <a16:creationId xmlns:a16="http://schemas.microsoft.com/office/drawing/2014/main" id="{D01F0486-5C83-F044-9E63-F2C6561245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13155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skjermbilde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ssholder for bilde" descr="1. plasser et bilde i rammen&#10;2. plasser lengst bak">
            <a:extLst>
              <a:ext uri="{FF2B5EF4-FFF2-40B4-BE49-F238E27FC236}">
                <a16:creationId xmlns:a16="http://schemas.microsoft.com/office/drawing/2014/main" id="{1CDEA8C2-4F2A-C228-9C43-1973F2447E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870" y="-24714"/>
            <a:ext cx="11932849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  <a:gd name="connsiteX0" fmla="*/ 14003 w 11932669"/>
              <a:gd name="connsiteY0" fmla="*/ 4946814 h 5931877"/>
              <a:gd name="connsiteX1" fmla="*/ 0 w 11932669"/>
              <a:gd name="connsiteY1" fmla="*/ 16933 h 5931877"/>
              <a:gd name="connsiteX2" fmla="*/ 11932669 w 11932669"/>
              <a:gd name="connsiteY2" fmla="*/ 0 h 5931877"/>
              <a:gd name="connsiteX3" fmla="*/ 5904402 w 11932669"/>
              <a:gd name="connsiteY3" fmla="*/ 5914943 h 5931877"/>
              <a:gd name="connsiteX4" fmla="*/ 999066 w 11932669"/>
              <a:gd name="connsiteY4" fmla="*/ 5931877 h 5931877"/>
              <a:gd name="connsiteX5" fmla="*/ 14003 w 11932669"/>
              <a:gd name="connsiteY5" fmla="*/ 4946814 h 5931877"/>
              <a:gd name="connsiteX0" fmla="*/ 14003 w 11932849"/>
              <a:gd name="connsiteY0" fmla="*/ 4946814 h 5931877"/>
              <a:gd name="connsiteX1" fmla="*/ 0 w 11932849"/>
              <a:gd name="connsiteY1" fmla="*/ 16933 h 5931877"/>
              <a:gd name="connsiteX2" fmla="*/ 11932669 w 11932849"/>
              <a:gd name="connsiteY2" fmla="*/ 0 h 5931877"/>
              <a:gd name="connsiteX3" fmla="*/ 11915736 w 11932849"/>
              <a:gd name="connsiteY3" fmla="*/ 5898010 h 5931877"/>
              <a:gd name="connsiteX4" fmla="*/ 999066 w 11932849"/>
              <a:gd name="connsiteY4" fmla="*/ 5931877 h 5931877"/>
              <a:gd name="connsiteX5" fmla="*/ 14003 w 11932849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32849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11932669" y="0"/>
                </a:lnTo>
                <a:cubicBezTo>
                  <a:pt x="11934603" y="2117535"/>
                  <a:pt x="11920492" y="4028831"/>
                  <a:pt x="11915736" y="5898010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anchor="b">
            <a:normAutofit/>
          </a:bodyPr>
          <a:lstStyle>
            <a:lvl1pPr algn="r"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plasser et bilde i rammen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2. plasser lengst bak</a:t>
            </a:r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B155B4C0-4369-4842-A92C-0BEF7F14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063"/>
            <a:ext cx="10515600" cy="1325563"/>
          </a:xfrm>
        </p:spPr>
        <p:txBody>
          <a:bodyPr anchor="t">
            <a:normAutofit/>
          </a:bodyPr>
          <a:lstStyle>
            <a:lvl1pPr>
              <a:defRPr sz="4800">
                <a:solidFill>
                  <a:srgbClr val="000000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8" name="Kildehenvisning">
            <a:extLst>
              <a:ext uri="{FF2B5EF4-FFF2-40B4-BE49-F238E27FC236}">
                <a16:creationId xmlns:a16="http://schemas.microsoft.com/office/drawing/2014/main" id="{34787E5B-5B6D-504D-A89E-8DC6147EA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chemeClr val="bg1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3" name="Sidetall">
            <a:extLst>
              <a:ext uri="{FF2B5EF4-FFF2-40B4-BE49-F238E27FC236}">
                <a16:creationId xmlns:a16="http://schemas.microsoft.com/office/drawing/2014/main" id="{D01F0486-5C83-F044-9E63-F2C6561245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1FB325B5-1391-E2A1-BE14-8EB5CB0D92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1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skjermbil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ssholder for bilde" descr="1. plasser et bilde i rammen&#10;2. plasser lengst bak">
            <a:extLst>
              <a:ext uri="{FF2B5EF4-FFF2-40B4-BE49-F238E27FC236}">
                <a16:creationId xmlns:a16="http://schemas.microsoft.com/office/drawing/2014/main" id="{1CDEA8C2-4F2A-C228-9C43-1973F2447E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870" y="-24714"/>
            <a:ext cx="11932849" cy="5931877"/>
          </a:xfrm>
          <a:custGeom>
            <a:avLst/>
            <a:gdLst>
              <a:gd name="connsiteX0" fmla="*/ 0 w 5910262"/>
              <a:gd name="connsiteY0" fmla="*/ 985063 h 5931877"/>
              <a:gd name="connsiteX1" fmla="*/ 985063 w 5910262"/>
              <a:gd name="connsiteY1" fmla="*/ 0 h 5931877"/>
              <a:gd name="connsiteX2" fmla="*/ 4925199 w 5910262"/>
              <a:gd name="connsiteY2" fmla="*/ 0 h 5931877"/>
              <a:gd name="connsiteX3" fmla="*/ 5910262 w 5910262"/>
              <a:gd name="connsiteY3" fmla="*/ 985063 h 5931877"/>
              <a:gd name="connsiteX4" fmla="*/ 5910262 w 5910262"/>
              <a:gd name="connsiteY4" fmla="*/ 4946814 h 5931877"/>
              <a:gd name="connsiteX5" fmla="*/ 4925199 w 5910262"/>
              <a:gd name="connsiteY5" fmla="*/ 5931877 h 5931877"/>
              <a:gd name="connsiteX6" fmla="*/ 985063 w 5910262"/>
              <a:gd name="connsiteY6" fmla="*/ 5931877 h 5931877"/>
              <a:gd name="connsiteX7" fmla="*/ 0 w 5910262"/>
              <a:gd name="connsiteY7" fmla="*/ 4946814 h 5931877"/>
              <a:gd name="connsiteX8" fmla="*/ 0 w 5910262"/>
              <a:gd name="connsiteY8" fmla="*/ 985063 h 5931877"/>
              <a:gd name="connsiteX0" fmla="*/ 252218 w 6162480"/>
              <a:gd name="connsiteY0" fmla="*/ 985063 h 5931877"/>
              <a:gd name="connsiteX1" fmla="*/ 238215 w 6162480"/>
              <a:gd name="connsiteY1" fmla="*/ 16933 h 5931877"/>
              <a:gd name="connsiteX2" fmla="*/ 5177417 w 6162480"/>
              <a:gd name="connsiteY2" fmla="*/ 0 h 5931877"/>
              <a:gd name="connsiteX3" fmla="*/ 6162480 w 6162480"/>
              <a:gd name="connsiteY3" fmla="*/ 985063 h 5931877"/>
              <a:gd name="connsiteX4" fmla="*/ 6162480 w 6162480"/>
              <a:gd name="connsiteY4" fmla="*/ 4946814 h 5931877"/>
              <a:gd name="connsiteX5" fmla="*/ 5177417 w 6162480"/>
              <a:gd name="connsiteY5" fmla="*/ 5931877 h 5931877"/>
              <a:gd name="connsiteX6" fmla="*/ 1237281 w 6162480"/>
              <a:gd name="connsiteY6" fmla="*/ 5931877 h 5931877"/>
              <a:gd name="connsiteX7" fmla="*/ 252218 w 6162480"/>
              <a:gd name="connsiteY7" fmla="*/ 4946814 h 5931877"/>
              <a:gd name="connsiteX8" fmla="*/ 252218 w 6162480"/>
              <a:gd name="connsiteY8" fmla="*/ 985063 h 5931877"/>
              <a:gd name="connsiteX0" fmla="*/ 14003 w 5924265"/>
              <a:gd name="connsiteY0" fmla="*/ 4946814 h 5931877"/>
              <a:gd name="connsiteX1" fmla="*/ 0 w 5924265"/>
              <a:gd name="connsiteY1" fmla="*/ 16933 h 5931877"/>
              <a:gd name="connsiteX2" fmla="*/ 4939202 w 5924265"/>
              <a:gd name="connsiteY2" fmla="*/ 0 h 5931877"/>
              <a:gd name="connsiteX3" fmla="*/ 5924265 w 5924265"/>
              <a:gd name="connsiteY3" fmla="*/ 985063 h 5931877"/>
              <a:gd name="connsiteX4" fmla="*/ 5924265 w 5924265"/>
              <a:gd name="connsiteY4" fmla="*/ 4946814 h 5931877"/>
              <a:gd name="connsiteX5" fmla="*/ 4939202 w 5924265"/>
              <a:gd name="connsiteY5" fmla="*/ 5931877 h 5931877"/>
              <a:gd name="connsiteX6" fmla="*/ 999066 w 5924265"/>
              <a:gd name="connsiteY6" fmla="*/ 5931877 h 5931877"/>
              <a:gd name="connsiteX7" fmla="*/ 14003 w 5924265"/>
              <a:gd name="connsiteY7" fmla="*/ 4946814 h 5931877"/>
              <a:gd name="connsiteX0" fmla="*/ 14003 w 6151454"/>
              <a:gd name="connsiteY0" fmla="*/ 4946814 h 5931877"/>
              <a:gd name="connsiteX1" fmla="*/ 0 w 6151454"/>
              <a:gd name="connsiteY1" fmla="*/ 16933 h 5931877"/>
              <a:gd name="connsiteX2" fmla="*/ 5904402 w 6151454"/>
              <a:gd name="connsiteY2" fmla="*/ 0 h 5931877"/>
              <a:gd name="connsiteX3" fmla="*/ 5924265 w 6151454"/>
              <a:gd name="connsiteY3" fmla="*/ 985063 h 5931877"/>
              <a:gd name="connsiteX4" fmla="*/ 5924265 w 6151454"/>
              <a:gd name="connsiteY4" fmla="*/ 4946814 h 5931877"/>
              <a:gd name="connsiteX5" fmla="*/ 4939202 w 6151454"/>
              <a:gd name="connsiteY5" fmla="*/ 5931877 h 5931877"/>
              <a:gd name="connsiteX6" fmla="*/ 999066 w 6151454"/>
              <a:gd name="connsiteY6" fmla="*/ 5931877 h 5931877"/>
              <a:gd name="connsiteX7" fmla="*/ 14003 w 6151454"/>
              <a:gd name="connsiteY7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4939202 w 6387200"/>
              <a:gd name="connsiteY4" fmla="*/ 5931877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387200"/>
              <a:gd name="connsiteY0" fmla="*/ 4946814 h 5931877"/>
              <a:gd name="connsiteX1" fmla="*/ 0 w 6387200"/>
              <a:gd name="connsiteY1" fmla="*/ 16933 h 5931877"/>
              <a:gd name="connsiteX2" fmla="*/ 5904402 w 6387200"/>
              <a:gd name="connsiteY2" fmla="*/ 0 h 5931877"/>
              <a:gd name="connsiteX3" fmla="*/ 5924265 w 6387200"/>
              <a:gd name="connsiteY3" fmla="*/ 4946814 h 5931877"/>
              <a:gd name="connsiteX4" fmla="*/ 5904402 w 6387200"/>
              <a:gd name="connsiteY4" fmla="*/ 5914943 h 5931877"/>
              <a:gd name="connsiteX5" fmla="*/ 999066 w 6387200"/>
              <a:gd name="connsiteY5" fmla="*/ 5931877 h 5931877"/>
              <a:gd name="connsiteX6" fmla="*/ 14003 w 6387200"/>
              <a:gd name="connsiteY6" fmla="*/ 4946814 h 5931877"/>
              <a:gd name="connsiteX0" fmla="*/ 14003 w 6581447"/>
              <a:gd name="connsiteY0" fmla="*/ 4946814 h 5931877"/>
              <a:gd name="connsiteX1" fmla="*/ 0 w 6581447"/>
              <a:gd name="connsiteY1" fmla="*/ 16933 h 5931877"/>
              <a:gd name="connsiteX2" fmla="*/ 5904402 w 6581447"/>
              <a:gd name="connsiteY2" fmla="*/ 0 h 5931877"/>
              <a:gd name="connsiteX3" fmla="*/ 5904402 w 6581447"/>
              <a:gd name="connsiteY3" fmla="*/ 5914943 h 5931877"/>
              <a:gd name="connsiteX4" fmla="*/ 999066 w 6581447"/>
              <a:gd name="connsiteY4" fmla="*/ 5931877 h 5931877"/>
              <a:gd name="connsiteX5" fmla="*/ 14003 w 6581447"/>
              <a:gd name="connsiteY5" fmla="*/ 4946814 h 5931877"/>
              <a:gd name="connsiteX0" fmla="*/ 14003 w 6342823"/>
              <a:gd name="connsiteY0" fmla="*/ 4946814 h 5931877"/>
              <a:gd name="connsiteX1" fmla="*/ 0 w 6342823"/>
              <a:gd name="connsiteY1" fmla="*/ 16933 h 5931877"/>
              <a:gd name="connsiteX2" fmla="*/ 5904402 w 6342823"/>
              <a:gd name="connsiteY2" fmla="*/ 0 h 5931877"/>
              <a:gd name="connsiteX3" fmla="*/ 5904402 w 6342823"/>
              <a:gd name="connsiteY3" fmla="*/ 5914943 h 5931877"/>
              <a:gd name="connsiteX4" fmla="*/ 999066 w 6342823"/>
              <a:gd name="connsiteY4" fmla="*/ 5931877 h 5931877"/>
              <a:gd name="connsiteX5" fmla="*/ 14003 w 6342823"/>
              <a:gd name="connsiteY5" fmla="*/ 4946814 h 5931877"/>
              <a:gd name="connsiteX0" fmla="*/ 14003 w 5907014"/>
              <a:gd name="connsiteY0" fmla="*/ 4946814 h 5931877"/>
              <a:gd name="connsiteX1" fmla="*/ 0 w 5907014"/>
              <a:gd name="connsiteY1" fmla="*/ 16933 h 5931877"/>
              <a:gd name="connsiteX2" fmla="*/ 5904402 w 5907014"/>
              <a:gd name="connsiteY2" fmla="*/ 0 h 5931877"/>
              <a:gd name="connsiteX3" fmla="*/ 5904402 w 5907014"/>
              <a:gd name="connsiteY3" fmla="*/ 5914943 h 5931877"/>
              <a:gd name="connsiteX4" fmla="*/ 999066 w 5907014"/>
              <a:gd name="connsiteY4" fmla="*/ 5931877 h 5931877"/>
              <a:gd name="connsiteX5" fmla="*/ 14003 w 5907014"/>
              <a:gd name="connsiteY5" fmla="*/ 4946814 h 5931877"/>
              <a:gd name="connsiteX0" fmla="*/ 14003 w 11932669"/>
              <a:gd name="connsiteY0" fmla="*/ 4946814 h 5931877"/>
              <a:gd name="connsiteX1" fmla="*/ 0 w 11932669"/>
              <a:gd name="connsiteY1" fmla="*/ 16933 h 5931877"/>
              <a:gd name="connsiteX2" fmla="*/ 11932669 w 11932669"/>
              <a:gd name="connsiteY2" fmla="*/ 0 h 5931877"/>
              <a:gd name="connsiteX3" fmla="*/ 5904402 w 11932669"/>
              <a:gd name="connsiteY3" fmla="*/ 5914943 h 5931877"/>
              <a:gd name="connsiteX4" fmla="*/ 999066 w 11932669"/>
              <a:gd name="connsiteY4" fmla="*/ 5931877 h 5931877"/>
              <a:gd name="connsiteX5" fmla="*/ 14003 w 11932669"/>
              <a:gd name="connsiteY5" fmla="*/ 4946814 h 5931877"/>
              <a:gd name="connsiteX0" fmla="*/ 14003 w 11932849"/>
              <a:gd name="connsiteY0" fmla="*/ 4946814 h 5931877"/>
              <a:gd name="connsiteX1" fmla="*/ 0 w 11932849"/>
              <a:gd name="connsiteY1" fmla="*/ 16933 h 5931877"/>
              <a:gd name="connsiteX2" fmla="*/ 11932669 w 11932849"/>
              <a:gd name="connsiteY2" fmla="*/ 0 h 5931877"/>
              <a:gd name="connsiteX3" fmla="*/ 11915736 w 11932849"/>
              <a:gd name="connsiteY3" fmla="*/ 5898010 h 5931877"/>
              <a:gd name="connsiteX4" fmla="*/ 999066 w 11932849"/>
              <a:gd name="connsiteY4" fmla="*/ 5931877 h 5931877"/>
              <a:gd name="connsiteX5" fmla="*/ 14003 w 11932849"/>
              <a:gd name="connsiteY5" fmla="*/ 4946814 h 593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32849" h="5931877">
                <a:moveTo>
                  <a:pt x="14003" y="4946814"/>
                </a:moveTo>
                <a:cubicBezTo>
                  <a:pt x="9335" y="3303520"/>
                  <a:pt x="4668" y="1660227"/>
                  <a:pt x="0" y="16933"/>
                </a:cubicBezTo>
                <a:lnTo>
                  <a:pt x="11932669" y="0"/>
                </a:lnTo>
                <a:cubicBezTo>
                  <a:pt x="11934603" y="2117535"/>
                  <a:pt x="11920492" y="4028831"/>
                  <a:pt x="11915736" y="5898010"/>
                </a:cubicBezTo>
                <a:lnTo>
                  <a:pt x="999066" y="5931877"/>
                </a:lnTo>
                <a:cubicBezTo>
                  <a:pt x="455031" y="5931877"/>
                  <a:pt x="14003" y="5490849"/>
                  <a:pt x="14003" y="494681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anchor="b">
            <a:normAutofit/>
          </a:bodyPr>
          <a:lstStyle>
            <a:lvl1pPr algn="r">
              <a:defRPr sz="18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1. plasser et bilde i rammen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2. plasser lengst bak</a:t>
            </a:r>
          </a:p>
        </p:txBody>
      </p:sp>
      <p:sp>
        <p:nvSpPr>
          <p:cNvPr id="2" name="Tittel">
            <a:extLst>
              <a:ext uri="{FF2B5EF4-FFF2-40B4-BE49-F238E27FC236}">
                <a16:creationId xmlns:a16="http://schemas.microsoft.com/office/drawing/2014/main" id="{B155B4C0-4369-4842-A92C-0BEF7F14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063"/>
            <a:ext cx="10515600" cy="1325563"/>
          </a:xfrm>
        </p:spPr>
        <p:txBody>
          <a:bodyPr anchor="t">
            <a:normAutofit/>
          </a:bodyPr>
          <a:lstStyle>
            <a:lvl1pPr>
              <a:defRPr sz="4800">
                <a:solidFill>
                  <a:srgbClr val="000000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8" name="Kildehenvisning">
            <a:extLst>
              <a:ext uri="{FF2B5EF4-FFF2-40B4-BE49-F238E27FC236}">
                <a16:creationId xmlns:a16="http://schemas.microsoft.com/office/drawing/2014/main" id="{34787E5B-5B6D-504D-A89E-8DC6147EA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chemeClr val="bg1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3" name="Sidetall">
            <a:extLst>
              <a:ext uri="{FF2B5EF4-FFF2-40B4-BE49-F238E27FC236}">
                <a16:creationId xmlns:a16="http://schemas.microsoft.com/office/drawing/2014/main" id="{D01F0486-5C83-F044-9E63-F2C6561245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1F954DA8-3B8C-BCA4-1BB9-B483695C77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088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navn"/>
          <p:cNvSpPr>
            <a:spLocks noGrp="1"/>
          </p:cNvSpPr>
          <p:nvPr>
            <p:ph type="title" hasCustomPrompt="1"/>
          </p:nvPr>
        </p:nvSpPr>
        <p:spPr>
          <a:xfrm>
            <a:off x="527214" y="1300493"/>
            <a:ext cx="7709771" cy="1143000"/>
          </a:xfrm>
          <a:noFill/>
          <a:ln>
            <a:noFill/>
          </a:ln>
        </p:spPr>
        <p:txBody>
          <a:bodyPr>
            <a:normAutofit/>
          </a:bodyPr>
          <a:lstStyle>
            <a:lvl1pPr algn="l">
              <a:defRPr sz="4000" b="1">
                <a:solidFill>
                  <a:srgbClr val="C8102E"/>
                </a:solidFill>
              </a:defRPr>
            </a:lvl1pPr>
          </a:lstStyle>
          <a:p>
            <a:r>
              <a:rPr lang="nb-NO" dirty="0"/>
              <a:t>Navn navn</a:t>
            </a:r>
            <a:endParaRPr lang="en-US" dirty="0"/>
          </a:p>
        </p:txBody>
      </p:sp>
      <p:sp>
        <p:nvSpPr>
          <p:cNvPr id="15" name="Plassholder for tilknyttning"/>
          <p:cNvSpPr>
            <a:spLocks noGrp="1"/>
          </p:cNvSpPr>
          <p:nvPr>
            <p:ph type="body" sz="quarter" idx="10" hasCustomPrompt="1"/>
          </p:nvPr>
        </p:nvSpPr>
        <p:spPr>
          <a:xfrm>
            <a:off x="526653" y="800834"/>
            <a:ext cx="7702412" cy="469055"/>
          </a:xfrm>
        </p:spPr>
        <p:txBody>
          <a:bodyPr>
            <a:noAutofit/>
          </a:bodyPr>
          <a:lstStyle>
            <a:lvl1pPr marL="0" indent="0" algn="l">
              <a:buNone/>
              <a:defRPr sz="2667" b="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09585" indent="0">
              <a:buNone/>
              <a:defRPr sz="2667"/>
            </a:lvl2pPr>
            <a:lvl3pPr marL="1219170" indent="0">
              <a:buNone/>
              <a:defRPr sz="2667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</a:lstStyle>
          <a:p>
            <a:pPr lvl="0"/>
            <a:r>
              <a:rPr lang="nb-NO" dirty="0"/>
              <a:t>Fakultet</a:t>
            </a:r>
          </a:p>
        </p:txBody>
      </p:sp>
      <p:sp>
        <p:nvSpPr>
          <p:cNvPr id="20" name="Plassholder for tittel"/>
          <p:cNvSpPr>
            <a:spLocks noGrp="1"/>
          </p:cNvSpPr>
          <p:nvPr>
            <p:ph type="body" sz="quarter" idx="13" hasCustomPrompt="1"/>
          </p:nvPr>
        </p:nvSpPr>
        <p:spPr>
          <a:xfrm>
            <a:off x="526651" y="2794829"/>
            <a:ext cx="7702413" cy="418984"/>
          </a:xfrm>
        </p:spPr>
        <p:txBody>
          <a:bodyPr>
            <a:noAutofit/>
          </a:bodyPr>
          <a:lstStyle>
            <a:lvl1pPr marL="0" indent="0" algn="l">
              <a:buNone/>
              <a:defRPr sz="2400" b="0" baseline="0">
                <a:solidFill>
                  <a:srgbClr val="141E28"/>
                </a:solidFill>
              </a:defRPr>
            </a:lvl1pPr>
            <a:lvl2pPr marL="609585" indent="0">
              <a:buNone/>
              <a:defRPr sz="2667"/>
            </a:lvl2pPr>
            <a:lvl3pPr marL="1219170" indent="0">
              <a:buNone/>
              <a:defRPr sz="2667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</a:lstStyle>
          <a:p>
            <a:pPr lvl="0"/>
            <a:r>
              <a:rPr lang="nb-NO" dirty="0"/>
              <a:t>Tittel</a:t>
            </a:r>
          </a:p>
        </p:txBody>
      </p:sp>
      <p:sp>
        <p:nvSpPr>
          <p:cNvPr id="19" name="Plassholder for beskrivelse"/>
          <p:cNvSpPr>
            <a:spLocks noGrp="1"/>
          </p:cNvSpPr>
          <p:nvPr>
            <p:ph type="body" sz="quarter" idx="12" hasCustomPrompt="1"/>
          </p:nvPr>
        </p:nvSpPr>
        <p:spPr>
          <a:xfrm>
            <a:off x="530742" y="3352881"/>
            <a:ext cx="7702412" cy="257821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141E28"/>
                </a:solidFill>
              </a:defRPr>
            </a:lvl1pPr>
          </a:lstStyle>
          <a:p>
            <a:pPr lvl="0"/>
            <a:r>
              <a:rPr lang="nb-NO" dirty="0"/>
              <a:t>Beskrivelse</a:t>
            </a:r>
          </a:p>
        </p:txBody>
      </p:sp>
      <p:sp>
        <p:nvSpPr>
          <p:cNvPr id="5" name="Plassholder for profilbilde" descr="Plasser et bilde i rammen&#10;"/>
          <p:cNvSpPr>
            <a:spLocks noGrp="1"/>
          </p:cNvSpPr>
          <p:nvPr>
            <p:ph type="pic" sz="quarter" idx="11" hasCustomPrompt="1"/>
          </p:nvPr>
        </p:nvSpPr>
        <p:spPr>
          <a:xfrm>
            <a:off x="8932712" y="800834"/>
            <a:ext cx="3263857" cy="4075966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lang="nb-NO" dirty="0"/>
              <a:t>Dra inn bilde her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A42F8DDF-495D-C64A-8CED-AA2B58F17B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0400B017-0EDB-B64D-A898-33D1D15E25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382187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rs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navn"/>
          <p:cNvSpPr>
            <a:spLocks noGrp="1"/>
          </p:cNvSpPr>
          <p:nvPr>
            <p:ph type="title" hasCustomPrompt="1"/>
          </p:nvPr>
        </p:nvSpPr>
        <p:spPr>
          <a:xfrm>
            <a:off x="527214" y="1300493"/>
            <a:ext cx="7709771" cy="1143000"/>
          </a:xfrm>
          <a:noFill/>
          <a:ln>
            <a:noFill/>
          </a:ln>
        </p:spPr>
        <p:txBody>
          <a:bodyPr>
            <a:normAutofit/>
          </a:bodyPr>
          <a:lstStyle>
            <a:lvl1pPr algn="l">
              <a:defRPr sz="4000" b="1">
                <a:solidFill>
                  <a:srgbClr val="E1EEFA"/>
                </a:solidFill>
              </a:defRPr>
            </a:lvl1pPr>
          </a:lstStyle>
          <a:p>
            <a:r>
              <a:rPr lang="nb-NO" dirty="0"/>
              <a:t>Navn navn</a:t>
            </a:r>
            <a:endParaRPr lang="en-US" dirty="0"/>
          </a:p>
        </p:txBody>
      </p:sp>
      <p:sp>
        <p:nvSpPr>
          <p:cNvPr id="15" name="Plassholder for tilknyttning"/>
          <p:cNvSpPr>
            <a:spLocks noGrp="1"/>
          </p:cNvSpPr>
          <p:nvPr>
            <p:ph type="body" sz="quarter" idx="10" hasCustomPrompt="1"/>
          </p:nvPr>
        </p:nvSpPr>
        <p:spPr>
          <a:xfrm>
            <a:off x="526653" y="800834"/>
            <a:ext cx="7702412" cy="469055"/>
          </a:xfrm>
        </p:spPr>
        <p:txBody>
          <a:bodyPr>
            <a:noAutofit/>
          </a:bodyPr>
          <a:lstStyle>
            <a:lvl1pPr marL="0" indent="0" algn="l">
              <a:buNone/>
              <a:defRPr sz="2667" b="0" baseline="0">
                <a:solidFill>
                  <a:srgbClr val="E1EEFA"/>
                </a:solidFill>
              </a:defRPr>
            </a:lvl1pPr>
            <a:lvl2pPr marL="609585" indent="0">
              <a:buNone/>
              <a:defRPr sz="2667"/>
            </a:lvl2pPr>
            <a:lvl3pPr marL="1219170" indent="0">
              <a:buNone/>
              <a:defRPr sz="2667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</a:lstStyle>
          <a:p>
            <a:pPr lvl="0"/>
            <a:r>
              <a:rPr lang="nb-NO" dirty="0"/>
              <a:t>Fakultet</a:t>
            </a:r>
          </a:p>
        </p:txBody>
      </p:sp>
      <p:sp>
        <p:nvSpPr>
          <p:cNvPr id="20" name="Plassholder for tittel"/>
          <p:cNvSpPr>
            <a:spLocks noGrp="1"/>
          </p:cNvSpPr>
          <p:nvPr>
            <p:ph type="body" sz="quarter" idx="13" hasCustomPrompt="1"/>
          </p:nvPr>
        </p:nvSpPr>
        <p:spPr>
          <a:xfrm>
            <a:off x="526651" y="2794829"/>
            <a:ext cx="7702413" cy="418984"/>
          </a:xfrm>
        </p:spPr>
        <p:txBody>
          <a:bodyPr>
            <a:noAutofit/>
          </a:bodyPr>
          <a:lstStyle>
            <a:lvl1pPr marL="0" indent="0" algn="l">
              <a:buNone/>
              <a:defRPr sz="2400" b="0" baseline="0">
                <a:solidFill>
                  <a:srgbClr val="E1EEFA"/>
                </a:solidFill>
              </a:defRPr>
            </a:lvl1pPr>
            <a:lvl2pPr marL="609585" indent="0">
              <a:buNone/>
              <a:defRPr sz="2667"/>
            </a:lvl2pPr>
            <a:lvl3pPr marL="1219170" indent="0">
              <a:buNone/>
              <a:defRPr sz="2667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</a:lstStyle>
          <a:p>
            <a:pPr lvl="0"/>
            <a:r>
              <a:rPr lang="nb-NO" dirty="0"/>
              <a:t>Tittel</a:t>
            </a:r>
          </a:p>
        </p:txBody>
      </p:sp>
      <p:sp>
        <p:nvSpPr>
          <p:cNvPr id="19" name="Plassholder for beskrivelse"/>
          <p:cNvSpPr>
            <a:spLocks noGrp="1"/>
          </p:cNvSpPr>
          <p:nvPr>
            <p:ph type="body" sz="quarter" idx="12" hasCustomPrompt="1"/>
          </p:nvPr>
        </p:nvSpPr>
        <p:spPr>
          <a:xfrm>
            <a:off x="530742" y="3352881"/>
            <a:ext cx="7702412" cy="257821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Beskrivelse</a:t>
            </a:r>
          </a:p>
        </p:txBody>
      </p:sp>
      <p:sp>
        <p:nvSpPr>
          <p:cNvPr id="5" name="Plassholder for profilbilde" descr="Plasser et bilde i rammen&#10;"/>
          <p:cNvSpPr>
            <a:spLocks noGrp="1"/>
          </p:cNvSpPr>
          <p:nvPr>
            <p:ph type="pic" sz="quarter" idx="11" hasCustomPrompt="1"/>
          </p:nvPr>
        </p:nvSpPr>
        <p:spPr>
          <a:xfrm>
            <a:off x="8932712" y="800834"/>
            <a:ext cx="3263857" cy="4075966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lang="nb-NO" dirty="0"/>
              <a:t>Dra inn bilde her</a:t>
            </a:r>
          </a:p>
        </p:txBody>
      </p:sp>
      <p:sp>
        <p:nvSpPr>
          <p:cNvPr id="10" name="Kildehenvisning">
            <a:extLst>
              <a:ext uri="{FF2B5EF4-FFF2-40B4-BE49-F238E27FC236}">
                <a16:creationId xmlns:a16="http://schemas.microsoft.com/office/drawing/2014/main" id="{A42F8DDF-495D-C64A-8CED-AA2B58F17B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0400B017-0EDB-B64D-A898-33D1D15E25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8A353E58-0458-FD29-0C23-DBBFB3F3F3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785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3">
            <a:extLst>
              <a:ext uri="{FF2B5EF4-FFF2-40B4-BE49-F238E27FC236}">
                <a16:creationId xmlns:a16="http://schemas.microsoft.com/office/drawing/2014/main" id="{3FCA11E2-7DB7-0FD8-4683-69C04D4B8A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00" y="-540883"/>
            <a:ext cx="11033200" cy="540883"/>
          </a:xfrm>
        </p:spPr>
        <p:txBody>
          <a:bodyPr/>
          <a:lstStyle/>
          <a:p>
            <a:r>
              <a:rPr lang="nb-NO" dirty="0"/>
              <a:t>Klikk her for å legge til en skjult tittel</a:t>
            </a:r>
          </a:p>
        </p:txBody>
      </p:sp>
      <p:sp>
        <p:nvSpPr>
          <p:cNvPr id="4" name="Kildehenvisning">
            <a:extLst>
              <a:ext uri="{FF2B5EF4-FFF2-40B4-BE49-F238E27FC236}">
                <a16:creationId xmlns:a16="http://schemas.microsoft.com/office/drawing/2014/main" id="{F30C16E2-E34E-2A48-AC14-D8904ACA10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3" name="Sidetall">
            <a:extLst>
              <a:ext uri="{FF2B5EF4-FFF2-40B4-BE49-F238E27FC236}">
                <a16:creationId xmlns:a16="http://schemas.microsoft.com/office/drawing/2014/main" id="{EFD2D005-8FCC-944C-B77E-2FA0D6BA1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63637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mt">
    <p:bg>
      <p:bgPr>
        <a:solidFill>
          <a:srgbClr val="F8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3">
            <a:extLst>
              <a:ext uri="{FF2B5EF4-FFF2-40B4-BE49-F238E27FC236}">
                <a16:creationId xmlns:a16="http://schemas.microsoft.com/office/drawing/2014/main" id="{3FCA11E2-7DB7-0FD8-4683-69C04D4B8A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00" y="-540883"/>
            <a:ext cx="11033200" cy="540883"/>
          </a:xfrm>
        </p:spPr>
        <p:txBody>
          <a:bodyPr/>
          <a:lstStyle/>
          <a:p>
            <a:r>
              <a:rPr lang="nb-NO" dirty="0"/>
              <a:t>Klikk her for å legge til en skjult tittel</a:t>
            </a:r>
          </a:p>
        </p:txBody>
      </p:sp>
      <p:sp>
        <p:nvSpPr>
          <p:cNvPr id="4" name="Kildehenvisning">
            <a:extLst>
              <a:ext uri="{FF2B5EF4-FFF2-40B4-BE49-F238E27FC236}">
                <a16:creationId xmlns:a16="http://schemas.microsoft.com/office/drawing/2014/main" id="{F30C16E2-E34E-2A48-AC14-D8904ACA10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3" name="Sidetall">
            <a:extLst>
              <a:ext uri="{FF2B5EF4-FFF2-40B4-BE49-F238E27FC236}">
                <a16:creationId xmlns:a16="http://schemas.microsoft.com/office/drawing/2014/main" id="{EFD2D005-8FCC-944C-B77E-2FA0D6BA1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13234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3">
            <a:extLst>
              <a:ext uri="{FF2B5EF4-FFF2-40B4-BE49-F238E27FC236}">
                <a16:creationId xmlns:a16="http://schemas.microsoft.com/office/drawing/2014/main" id="{3FCA11E2-7DB7-0FD8-4683-69C04D4B8A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00" y="-540883"/>
            <a:ext cx="11033200" cy="540883"/>
          </a:xfrm>
        </p:spPr>
        <p:txBody>
          <a:bodyPr/>
          <a:lstStyle/>
          <a:p>
            <a:r>
              <a:rPr lang="nb-NO" dirty="0"/>
              <a:t>Klikk her for å legge til en skjult tittel</a:t>
            </a:r>
          </a:p>
        </p:txBody>
      </p:sp>
      <p:sp>
        <p:nvSpPr>
          <p:cNvPr id="4" name="Kildehenvisning">
            <a:extLst>
              <a:ext uri="{FF2B5EF4-FFF2-40B4-BE49-F238E27FC236}">
                <a16:creationId xmlns:a16="http://schemas.microsoft.com/office/drawing/2014/main" id="{F30C16E2-E34E-2A48-AC14-D8904ACA10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7730" y="6370638"/>
            <a:ext cx="3208337" cy="365125"/>
          </a:xfrm>
        </p:spPr>
        <p:txBody>
          <a:bodyPr>
            <a:normAutofit/>
          </a:bodyPr>
          <a:lstStyle>
            <a:lvl1pPr algn="r">
              <a:buNone/>
              <a:defRPr lang="nb-NO" sz="1100" b="0" i="0" smtClean="0">
                <a:solidFill>
                  <a:srgbClr val="E1EEFA"/>
                </a:solidFill>
                <a:effectLst/>
                <a:latin typeface="Helvetica" pitchFamily="2" charset="0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b-NO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© </a:t>
            </a:r>
            <a:r>
              <a:rPr lang="nb-NO" dirty="0"/>
              <a:t>Copyright / kildehenvisning</a:t>
            </a:r>
          </a:p>
        </p:txBody>
      </p:sp>
      <p:sp>
        <p:nvSpPr>
          <p:cNvPr id="3" name="Sidetall">
            <a:extLst>
              <a:ext uri="{FF2B5EF4-FFF2-40B4-BE49-F238E27FC236}">
                <a16:creationId xmlns:a16="http://schemas.microsoft.com/office/drawing/2014/main" id="{EFD2D005-8FCC-944C-B77E-2FA0D6BA1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E1EEFA"/>
                </a:solidFill>
              </a:defRPr>
            </a:lvl1pPr>
          </a:lstStyle>
          <a:p>
            <a:fld id="{CB34E9FF-35ED-4746-A218-B58892FE7A5D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47120897-7FCE-DE18-ABEC-48D8DAA6FF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393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png"/><Relationship Id="rId43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">
            <a:extLst>
              <a:ext uri="{FF2B5EF4-FFF2-40B4-BE49-F238E27FC236}">
                <a16:creationId xmlns:a16="http://schemas.microsoft.com/office/drawing/2014/main" id="{C1BAEA73-34F4-FC4E-A04E-D8CD13CC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9" y="365125"/>
            <a:ext cx="11033200" cy="10842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Innholdstekst">
            <a:extLst>
              <a:ext uri="{FF2B5EF4-FFF2-40B4-BE49-F238E27FC236}">
                <a16:creationId xmlns:a16="http://schemas.microsoft.com/office/drawing/2014/main" id="{21B6CA0A-85B8-2046-B593-F7CCB636A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8" y="1825625"/>
            <a:ext cx="11023005" cy="4351338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/>
          <a:p>
            <a:r>
              <a:rPr lang="nb-NO" dirty="0"/>
              <a:t>Klikk for å redigere tekststiler i malen</a:t>
            </a:r>
          </a:p>
        </p:txBody>
      </p:sp>
      <p:sp>
        <p:nvSpPr>
          <p:cNvPr id="4" name="Sidetall">
            <a:extLst>
              <a:ext uri="{FF2B5EF4-FFF2-40B4-BE49-F238E27FC236}">
                <a16:creationId xmlns:a16="http://schemas.microsoft.com/office/drawing/2014/main" id="{53AFE20B-E02E-FE4F-8D93-63F4E9E56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473" y="6370637"/>
            <a:ext cx="12954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4E9FF-35ED-4746-A218-B58892FE7A5D}" type="slidenum">
              <a:rPr lang="nb-NO" smtClean="0"/>
              <a:t>‹#›</a:t>
            </a:fld>
            <a:endParaRPr lang="nb-NO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A347818B-B663-2794-0363-48E3436E7B24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67054" y="6309131"/>
            <a:ext cx="693555" cy="2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3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49" r:id="rId3"/>
    <p:sldLayoutId id="2147483753" r:id="rId4"/>
    <p:sldLayoutId id="2147483754" r:id="rId5"/>
    <p:sldLayoutId id="2147483755" r:id="rId6"/>
    <p:sldLayoutId id="2147483663" r:id="rId7"/>
    <p:sldLayoutId id="2147483743" r:id="rId8"/>
    <p:sldLayoutId id="2147483719" r:id="rId9"/>
    <p:sldLayoutId id="2147483747" r:id="rId10"/>
    <p:sldLayoutId id="2147483746" r:id="rId11"/>
    <p:sldLayoutId id="2147483748" r:id="rId12"/>
    <p:sldLayoutId id="2147483742" r:id="rId13"/>
    <p:sldLayoutId id="2147483720" r:id="rId14"/>
    <p:sldLayoutId id="2147483749" r:id="rId15"/>
    <p:sldLayoutId id="2147483741" r:id="rId16"/>
    <p:sldLayoutId id="2147483721" r:id="rId17"/>
    <p:sldLayoutId id="2147483750" r:id="rId18"/>
    <p:sldLayoutId id="2147483740" r:id="rId19"/>
    <p:sldLayoutId id="2147483734" r:id="rId20"/>
    <p:sldLayoutId id="2147483739" r:id="rId21"/>
    <p:sldLayoutId id="2147483727" r:id="rId22"/>
    <p:sldLayoutId id="2147483751" r:id="rId23"/>
    <p:sldLayoutId id="2147483738" r:id="rId24"/>
    <p:sldLayoutId id="2147483733" r:id="rId25"/>
    <p:sldLayoutId id="2147483737" r:id="rId26"/>
    <p:sldLayoutId id="2147483722" r:id="rId27"/>
    <p:sldLayoutId id="2147483729" r:id="rId28"/>
    <p:sldLayoutId id="2147483730" r:id="rId29"/>
    <p:sldLayoutId id="2147483731" r:id="rId30"/>
    <p:sldLayoutId id="2147483732" r:id="rId31"/>
    <p:sldLayoutId id="2147483735" r:id="rId32"/>
    <p:sldLayoutId id="2147483724" r:id="rId33"/>
    <p:sldLayoutId id="2147483728" r:id="rId34"/>
    <p:sldLayoutId id="2147483736" r:id="rId35"/>
    <p:sldLayoutId id="2147483725" r:id="rId36"/>
    <p:sldLayoutId id="2147483744" r:id="rId37"/>
    <p:sldLayoutId id="2147483726" r:id="rId38"/>
    <p:sldLayoutId id="2147483752" r:id="rId39"/>
    <p:sldLayoutId id="2147483745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C8102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F7423E1-C1F8-73F6-BB79-DC72382B2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1 – Q2, Q4, Q6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CECE98D8-7CBD-6777-1170-AB3CD95E4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Object tracking, motor fault classification and autoencoders</a:t>
            </a:r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F64E275F-1BEF-D97A-435B-A0FD5DCD88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7926" y="6370638"/>
            <a:ext cx="5470074" cy="365125"/>
          </a:xfrm>
        </p:spPr>
        <p:txBody>
          <a:bodyPr wrap="square"/>
          <a:lstStyle/>
          <a:p>
            <a:pPr algn="r"/>
            <a:r>
              <a:rPr sz="1200">
                <a:solidFill>
                  <a:srgbClr val="5A5A5A"/>
                </a:solidFill>
              </a:rPr>
              <a:t>Richard Rumpelt · Javier Comes Tello · Tobias Brand</a:t>
            </a:r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01E2F-1787-7FBD-06FB-C220B72D8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3</a:t>
            </a:fld>
            <a:endParaRPr lang="nb-NO"/>
          </a:p>
        </p:txBody>
      </p:sp>
      <p:sp>
        <p:nvSpPr>
          <p:cNvPr id="9" name="TextBox 8"/>
          <p:cNvSpPr txBox="1"/>
          <p:nvPr/>
        </p:nvSpPr>
        <p:spPr>
          <a:xfrm>
            <a:off x="1524000" y="4650000"/>
            <a:ext cx="91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1B2343"/>
                </a:solidFill>
              </a:rPr>
              <a:t>University of Agder · MAS512 · 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34680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47A1-2FAB-2587-5902-4C06D0F5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2096-3C9B-FFB3-35B1-210748D0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0" sz="2400">
                <a:solidFill>
                  <a:srgbClr val="1B2343"/>
                </a:solidFill>
              </a:rPr>
              <a:t>Q2 – Object Tracking</a:t>
            </a:r>
            <a:endParaRPr lang="nb-NO" dirty="0"/>
          </a:p>
          <a:p>
            <a:pPr/>
            <a:r>
              <a:rPr b="0" sz="2400">
                <a:solidFill>
                  <a:srgbClr val="1B2343"/>
                </a:solidFill>
              </a:rPr>
              <a:t>Q4 – Classification</a:t>
            </a:r>
          </a:p>
          <a:p>
            <a:pPr/>
            <a:r>
              <a:rPr b="0" sz="2400">
                <a:solidFill>
                  <a:srgbClr val="1B2343"/>
                </a:solidFill>
              </a:rPr>
              <a:t>Q6 – Autoencoder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0EF3-A333-5D8F-7AE7-35F97571D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4AE6-87AA-2D20-1BEF-98499CB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018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F7423E1-C1F8-73F6-BB79-DC72382B2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– Object Tracking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CECE98D8-7CBD-6777-1170-AB3CD95E4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points</a:t>
            </a:r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F64E275F-1BEF-D97A-435B-A0FD5DCD88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r"/>
            <a:r>
              <a:rPr sz="1100">
                <a:solidFill>
                  <a:srgbClr val="5A5A5A"/>
                </a:solidFill>
              </a:rPr>
              <a:t>MAS512</a:t>
            </a:r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01E2F-1787-7FBD-06FB-C220B72D8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680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47A1-2FAB-2587-5902-4C06D0F5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Method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2096-3C9B-FFB3-35B1-210748D0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800">
                <a:solidFill>
                  <a:srgbClr val="DF001D"/>
                </a:solidFill>
              </a:rPr>
              <a:t>Objective: </a:t>
            </a:r>
            <a:r>
              <a:rPr b="0" sz="1800">
                <a:solidFill>
                  <a:srgbClr val="1B2343"/>
                </a:solidFill>
              </a:rPr>
              <a:t>track the swinging load in test_swingingload.avi and show its trajectory as it swings</a:t>
            </a:r>
            <a:endParaRPr lang="nb-NO" dirty="0"/>
          </a:p>
          <a:p>
            <a:pPr/>
            <a:r>
              <a:rPr b="1" sz="1800">
                <a:solidFill>
                  <a:srgbClr val="DF001D"/>
                </a:solidFill>
              </a:rPr>
              <a:t>Method:</a:t>
            </a:r>
          </a:p>
          <a:p>
            <a:pPr lvl="1"/>
            <a:r>
              <a:rPr b="0" sz="1600">
                <a:solidFill>
                  <a:srgbClr val="1B2343"/>
                </a:solidFill>
              </a:rPr>
              <a:t>Detector: the YOLO model trained in Q1 (best.pt)</a:t>
            </a:r>
          </a:p>
          <a:p>
            <a:pPr lvl="1"/>
            <a:r>
              <a:rPr b="0" sz="1600">
                <a:solidFill>
                  <a:srgbClr val="1B2343"/>
                </a:solidFill>
              </a:rPr>
              <a:t>model.track(frame, persist=True) on every frame – keeps the same object identity across frames</a:t>
            </a:r>
          </a:p>
          <a:p>
            <a:pPr lvl="1"/>
            <a:r>
              <a:rPr b="0" sz="1600">
                <a:solidFill>
                  <a:srgbClr val="1B2343"/>
                </a:solidFill>
              </a:rPr>
              <a:t>Bounding-box center (cx, cy) extracted for every frame the load is detected in</a:t>
            </a:r>
          </a:p>
          <a:p>
            <a:pPr lvl="1"/>
            <a:r>
              <a:rPr b="0" sz="1600">
                <a:solidFill>
                  <a:srgbClr val="1B2343"/>
                </a:solidFill>
              </a:rPr>
              <a:t>Plot all centers as a scatter of pixel coordinates X vs. 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0EF3-A333-5D8F-7AE7-35F97571D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4AE6-87AA-2D20-1BEF-98499CB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01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0121E-F76F-054E-6AB6-63F479C0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91E10-7131-69C4-CBD2-AEF32BBEE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6250000"/>
            <a:ext cx="10515600" cy="500000"/>
          </a:xfrm>
        </p:spPr>
        <p:txBody>
          <a:bodyPr wrap="square"/>
          <a:lstStyle/>
          <a:p>
            <a:pPr algn="ctr"/>
            <a:r>
              <a:rPr sz="1300">
                <a:solidFill>
                  <a:srgbClr val="1B2343"/>
                </a:solidFill>
              </a:rPr>
              <a:t>Load detected and tracked in all 300 test-video frames – the pendulum-like swing arc is clearly visible</a:t>
            </a:r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C3FB6-F02A-7FC8-F037-1CB85E49DE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16</a:t>
            </a:fld>
            <a:endParaRPr lang="nb-NO"/>
          </a:p>
        </p:txBody>
      </p:sp>
      <p:pic>
        <p:nvPicPr>
          <p:cNvPr id="6" name="Picture 5" descr="q2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842" y="2416663"/>
            <a:ext cx="4259591" cy="33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2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F7423E1-C1F8-73F6-BB79-DC72382B2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– Classification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CECE98D8-7CBD-6777-1170-AB3CD95E4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 points</a:t>
            </a:r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F64E275F-1BEF-D97A-435B-A0FD5DCD88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r"/>
            <a:r>
              <a:rPr sz="1100">
                <a:solidFill>
                  <a:srgbClr val="5A5A5A"/>
                </a:solidFill>
              </a:rPr>
              <a:t>MAS512</a:t>
            </a:r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01E2F-1787-7FBD-06FB-C220B72D8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680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47A1-2FAB-2587-5902-4C06D0F5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Data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2096-3C9B-FFB3-35B1-210748D0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1838739"/>
            <a:ext cx="10757451" cy="2550000"/>
          </a:xfrm>
        </p:spPr>
        <p:txBody>
          <a:bodyPr wrap="square"/>
          <a:lstStyle/>
          <a:p>
            <a:pPr/>
            <a:r>
              <a:rPr b="1" sz="1600">
                <a:solidFill>
                  <a:srgbClr val="DF001D"/>
                </a:solidFill>
              </a:rPr>
              <a:t>Objective: </a:t>
            </a:r>
            <a:r>
              <a:rPr b="0" sz="1600">
                <a:solidFill>
                  <a:srgbClr val="1B2343"/>
                </a:solidFill>
              </a:rPr>
              <a:t>determine motor state of health (healthy vs. faulty) and compare an own CNN against the baseline architecture given in class</a:t>
            </a:r>
            <a:endParaRPr lang="nb-NO" dirty="0"/>
          </a:p>
          <a:p>
            <a:pPr/>
            <a:r>
              <a:rPr b="1" sz="1600">
                <a:solidFill>
                  <a:srgbClr val="DF001D"/>
                </a:solidFill>
              </a:rPr>
              <a:t>Data: </a:t>
            </a:r>
            <a:r>
              <a:rPr b="0" sz="1600">
                <a:solidFill>
                  <a:srgbClr val="1B2343"/>
                </a:solidFill>
              </a:rPr>
              <a:t>fault-classification-class – vibration scalograms (laser vibrometer → wavelet transform), 60×175×3 px</a:t>
            </a:r>
          </a:p>
          <a:p>
            <a:pPr/>
            <a:r>
              <a:rPr b="0" sz="1600">
                <a:solidFill>
                  <a:srgbClr val="1B2343"/>
                </a:solidFill>
              </a:rPr>
              <a:t>180 measurements per class, each split into 5 time-window crops ⇒ 900 images/class</a:t>
            </a:r>
          </a:p>
          <a:p>
            <a:pPr/>
            <a:r>
              <a:rPr b="0" sz="1600">
                <a:solidFill>
                  <a:srgbClr val="1B2343"/>
                </a:solidFill>
              </a:rPr>
              <a:t>Fixed 80/20 split by measurement number (1–144 train, 145–180 val) – no data leakage between crops of the same measurement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0EF3-A333-5D8F-7AE7-35F97571D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4AE6-87AA-2D20-1BEF-98499CB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4</a:t>
            </a:fld>
            <a:endParaRPr lang="nb-NO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00000" y="4550000"/>
          <a:ext cx="7343999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1781333"/>
                <a:gridCol w="1781333"/>
                <a:gridCol w="1781333"/>
              </a:tblGrid>
              <a:tr h="600000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B2343"/>
                          </a:solidFill>
                        </a:rP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343"/>
                          </a:solidFill>
                        </a:rPr>
                        <a:t>1440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343"/>
                          </a:solidFill>
                        </a:rP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343"/>
                          </a:solidFill>
                        </a:rP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1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CB96-3BF2-C7CA-2ED6-F293AF81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 (own) vs. Model 2 (given baseline)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4FDA5-3F63-7946-8207-01EC73660F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/>
            <a:r>
              <a:rPr b="1" sz="1500">
                <a:solidFill>
                  <a:srgbClr val="DF001D"/>
                </a:solidFill>
              </a:rPr>
              <a:t>Model 1 (custom, 27.9k params):</a:t>
            </a:r>
            <a:endParaRPr lang="nb-NO"/>
          </a:p>
          <a:p>
            <a:pPr lvl="1"/>
            <a:r>
              <a:rPr b="0" sz="1300">
                <a:solidFill>
                  <a:srgbClr val="1B2343"/>
                </a:solidFill>
              </a:rPr>
              <a:t>3×[Conv2D+MaxPool] (16→32→64), GlobalAveragePooling, Dense(64)</a:t>
            </a:r>
          </a:p>
          <a:p>
            <a:pPr/>
            <a:r>
              <a:rPr b="1" sz="1500">
                <a:solidFill>
                  <a:srgbClr val="DF001D"/>
                </a:solidFill>
              </a:rPr>
              <a:t>Model 2 (given, 105k params):</a:t>
            </a:r>
          </a:p>
          <a:p>
            <a:pPr lvl="1"/>
            <a:r>
              <a:rPr b="0" sz="1300">
                <a:solidFill>
                  <a:srgbClr val="1B2343"/>
                </a:solidFill>
              </a:rPr>
              <a:t>5×[Conv2D+MaxPool+ReLU] (8→16→64→64→64), Flatten(320), FC(64)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FC7CD-41E6-704B-C01B-1A7AFD2FE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6" name="Picture 5" descr="model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93" y="2287066"/>
            <a:ext cx="5307014" cy="133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2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3DFE-CD87-10D3-FE2B-699817A5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492E6-7E89-0072-B31E-0FAC3BBD9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5949" y="6250000"/>
            <a:ext cx="11034387" cy="450000"/>
          </a:xfrm>
        </p:spPr>
        <p:txBody>
          <a:bodyPr wrap="square"/>
          <a:lstStyle/>
          <a:p>
            <a:pPr algn="ctr"/>
            <a:r>
              <a:rPr sz="1300">
                <a:solidFill>
                  <a:srgbClr val="1B2343"/>
                </a:solidFill>
              </a:rPr>
              <a:t>Adam, categorical cross-entropy, EarlyStopping on validation loss (patience 3, best weights restored)</a:t>
            </a:r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895E-747F-AFD9-37D6-898182266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7</a:t>
            </a:fld>
            <a:endParaRPr lang="nb-NO"/>
          </a:p>
        </p:txBody>
      </p:sp>
      <p:pic>
        <p:nvPicPr>
          <p:cNvPr id="7" name="Picture 6" descr="q4_model1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49" y="1934728"/>
            <a:ext cx="4920000" cy="3590435"/>
          </a:xfrm>
          <a:prstGeom prst="rect">
            <a:avLst/>
          </a:prstGeom>
        </p:spPr>
      </p:pic>
      <p:pic>
        <p:nvPicPr>
          <p:cNvPr id="8" name="Picture 7" descr="q4_model2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336" y="1963328"/>
            <a:ext cx="4920000" cy="353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1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3DFE-CD87-10D3-FE2B-699817A5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492E6-7E89-0072-B31E-0FAC3BBD9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895E-747F-AFD9-37D6-898182266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7</a:t>
            </a:fld>
            <a:endParaRPr lang="nb-NO"/>
          </a:p>
        </p:txBody>
      </p:sp>
      <p:pic>
        <p:nvPicPr>
          <p:cNvPr id="7" name="Picture 6" descr="q4_model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49" y="2662568"/>
            <a:ext cx="4920000" cy="2134755"/>
          </a:xfrm>
          <a:prstGeom prst="rect">
            <a:avLst/>
          </a:prstGeom>
        </p:spPr>
      </p:pic>
      <p:pic>
        <p:nvPicPr>
          <p:cNvPr id="8" name="Picture 7" descr="q4_model2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336" y="2662568"/>
            <a:ext cx="4920000" cy="213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1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47A1-2FAB-2587-5902-4C06D0F5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&amp; Conclusion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2096-3C9B-FFB3-35B1-210748D0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4550000"/>
            <a:ext cx="10757451" cy="1900000"/>
          </a:xfrm>
        </p:spPr>
        <p:txBody>
          <a:bodyPr wrap="square"/>
          <a:lstStyle/>
          <a:p>
            <a:pPr/>
            <a:r>
              <a:rPr b="0" sz="1600">
                <a:solidFill>
                  <a:srgbClr val="1B2343"/>
                </a:solidFill>
              </a:rPr>
              <a:t>Both models are close to perfect – the two classes are visually very distinct in the scalograms</a:t>
            </a:r>
            <a:endParaRPr lang="nb-NO" dirty="0"/>
          </a:p>
          <a:p>
            <a:pPr/>
            <a:r>
              <a:rPr b="0" sz="1600">
                <a:solidFill>
                  <a:srgbClr val="1B2343"/>
                </a:solidFill>
              </a:rPr>
              <a:t>Model 1 reaches the </a:t>
            </a:r>
            <a:r>
              <a:rPr b="1" sz="1600">
                <a:solidFill>
                  <a:srgbClr val="DF001D"/>
                </a:solidFill>
              </a:rPr>
              <a:t>same accuracy with 3.8× fewer parameters</a:t>
            </a:r>
            <a:r>
              <a:rPr b="0" sz="1600">
                <a:solidFill>
                  <a:srgbClr val="1B2343"/>
                </a:solidFill>
              </a:rPr>
              <a:t>, mainly from GlobalAveragePooling instead of Flatten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0EF3-A333-5D8F-7AE7-35F97571D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4AE6-87AA-2D20-1BEF-98499CB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4</a:t>
            </a:fld>
            <a:endParaRPr lang="nb-NO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00000" y="1900000"/>
          <a:ext cx="9744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000"/>
                <a:gridCol w="1440000"/>
                <a:gridCol w="1440000"/>
                <a:gridCol w="1440000"/>
                <a:gridCol w="1440000"/>
                <a:gridCol w="1440000"/>
              </a:tblGrid>
              <a:tr h="466666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343"/>
                          </a:solidFill>
                        </a:rPr>
                        <a:t>Model 1 (custom)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F001D"/>
                          </a:solidFill>
                        </a:rPr>
                        <a:t>27,874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0.76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0.985</a:t>
                      </a:r>
                    </a:p>
                  </a:txBody>
                  <a:tcPr/>
                </a:tc>
              </a:tr>
              <a:tr h="4666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343"/>
                          </a:solidFill>
                        </a:rPr>
                        <a:t>Model 2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105,202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0.76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343"/>
                          </a:solidFill>
                        </a:rPr>
                        <a:t>0.985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18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F7423E1-C1F8-73F6-BB79-DC72382B2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Q6 – Autoencoder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CECE98D8-7CBD-6777-1170-AB3CD95E4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 points</a:t>
            </a:r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F64E275F-1BEF-D97A-435B-A0FD5DCD88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r"/>
            <a:r>
              <a:rPr sz="1100">
                <a:solidFill>
                  <a:srgbClr val="5A5A5A"/>
                </a:solidFill>
              </a:rPr>
              <a:t>MAS512</a:t>
            </a:r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01E2F-1787-7FBD-06FB-C220B72D8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6801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47A1-2FAB-2587-5902-4C06D0F5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Method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2096-3C9B-FFB3-35B1-210748D0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1838739"/>
            <a:ext cx="10757451" cy="1650000"/>
          </a:xfrm>
        </p:spPr>
        <p:txBody>
          <a:bodyPr wrap="square"/>
          <a:lstStyle/>
          <a:p>
            <a:pPr/>
            <a:r>
              <a:rPr b="1" sz="1700">
                <a:solidFill>
                  <a:srgbClr val="DF001D"/>
                </a:solidFill>
              </a:rPr>
              <a:t>Objective: </a:t>
            </a:r>
            <a:r>
              <a:rPr b="0" sz="1700">
                <a:solidFill>
                  <a:srgbClr val="1B2343"/>
                </a:solidFill>
              </a:rPr>
              <a:t>compress each scalogram to a latent vector and reconstruct it, for 10 random images per class</a:t>
            </a:r>
            <a:endParaRPr lang="nb-NO" dirty="0"/>
          </a:p>
          <a:p>
            <a:pPr/>
            <a:r>
              <a:rPr b="1" sz="1700">
                <a:solidFill>
                  <a:srgbClr val="DF001D"/>
                </a:solidFill>
              </a:rPr>
              <a:t>Method: </a:t>
            </a:r>
            <a:r>
              <a:rPr b="0" sz="1700">
                <a:solidFill>
                  <a:srgbClr val="1B2343"/>
                </a:solidFill>
              </a:rPr>
              <a:t>dense autoencoder (matches the architecture shown in class)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0EF3-A333-5D8F-7AE7-35F97571D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4AE6-87AA-2D20-1BEF-98499CB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4</a:t>
            </a:fld>
            <a:endParaRPr lang="nb-NO"/>
          </a:p>
        </p:txBody>
      </p:sp>
      <p:sp>
        <p:nvSpPr>
          <p:cNvPr id="6" name="TextBox 5"/>
          <p:cNvSpPr txBox="1"/>
          <p:nvPr/>
        </p:nvSpPr>
        <p:spPr>
          <a:xfrm>
            <a:off x="606287" y="3350000"/>
            <a:ext cx="10949354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61A19"/>
                </a:solidFill>
              </a:rPr>
              <a:t>60×175×3 (31,500)  → Dense 256 →  32 (latent z)  → Dense 256 →  60×175×3 (31,500)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6287" y="4300000"/>
            <a:ext cx="10949354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B2343"/>
                </a:solidFill>
              </a:rPr>
              <a:t>Trained unsupervised: target = input itself, loss = MSE (reconstruction error)</a:t>
            </a:r>
          </a:p>
        </p:txBody>
      </p:sp>
    </p:spTree>
    <p:extLst>
      <p:ext uri="{BB962C8B-B14F-4D97-AF65-F5344CB8AC3E}">
        <p14:creationId xmlns:p14="http://schemas.microsoft.com/office/powerpoint/2010/main" val="31901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0121E-F76F-054E-6AB6-63F479C0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– Healthy (00_15)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91E10-7131-69C4-CBD2-AEF32BBEE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C3FB6-F02A-7FC8-F037-1CB85E49DE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16</a:t>
            </a:fld>
            <a:endParaRPr lang="nb-NO"/>
          </a:p>
        </p:txBody>
      </p:sp>
      <p:pic>
        <p:nvPicPr>
          <p:cNvPr id="6" name="Picture 5" descr="q6_healt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13" y="2553060"/>
            <a:ext cx="11632849" cy="306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26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0121E-F76F-054E-6AB6-63F479C0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– Faulty (10_15)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91E10-7131-69C4-CBD2-AEF32BBEE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C3FB6-F02A-7FC8-F037-1CB85E49DE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16</a:t>
            </a:fld>
            <a:endParaRPr lang="nb-NO"/>
          </a:p>
        </p:txBody>
      </p:sp>
      <p:pic>
        <p:nvPicPr>
          <p:cNvPr id="6" name="Picture 5" descr="q6_fa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13" y="2553060"/>
            <a:ext cx="11632849" cy="306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26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47A1-2FAB-2587-5902-4C06D0F5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2096-3C9B-FFB3-35B1-210748D0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4300000"/>
            <a:ext cx="10757451" cy="2100000"/>
          </a:xfrm>
        </p:spPr>
        <p:txBody>
          <a:bodyPr wrap="square"/>
          <a:lstStyle/>
          <a:p>
            <a:pPr/>
            <a:r>
              <a:rPr b="0" sz="1500">
                <a:solidFill>
                  <a:srgbClr val="1B2343"/>
                </a:solidFill>
              </a:rPr>
              <a:t>Both classes reconstruct well – the 32-value latent vector preserves the overall band pattern</a:t>
            </a:r>
            <a:endParaRPr lang="nb-NO" dirty="0"/>
          </a:p>
          <a:p>
            <a:pPr/>
            <a:r>
              <a:rPr b="0" sz="1500">
                <a:solidFill>
                  <a:srgbClr val="1B2343"/>
                </a:solidFill>
              </a:rPr>
              <a:t>Faulty images have a slightly higher error: the periodic peak pattern carries more high-frequency detail than the smooth healthy band, making it harder to compress into 32 numbers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0EF3-A333-5D8F-7AE7-35F97571D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64AE6-87AA-2D20-1BEF-98499CB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E9FF-35ED-4746-A218-B58892FE7A5D}" type="slidenum">
              <a:rPr lang="nb-NO" smtClean="0"/>
              <a:t>4</a:t>
            </a:fld>
            <a:endParaRPr lang="nb-NO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00000" y="1900000"/>
          <a:ext cx="6144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000"/>
                <a:gridCol w="3072000"/>
              </a:tblGrid>
              <a:tr h="433333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Mean reconstruction error (MSE)</a:t>
                      </a:r>
                    </a:p>
                  </a:txBody>
                  <a:tcPr/>
                </a:tc>
              </a:tr>
              <a:tr h="43333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343"/>
                          </a:solidFill>
                        </a:rPr>
                        <a:t>Healthy (00_15)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F001D"/>
                          </a:solidFill>
                        </a:rPr>
                        <a:t>0.0022</a:t>
                      </a:r>
                    </a:p>
                  </a:txBody>
                  <a:tcPr/>
                </a:tc>
              </a:tr>
              <a:tr h="43333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343"/>
                          </a:solidFill>
                        </a:rPr>
                        <a:t>Faulty (10_15)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343"/>
                          </a:solidFill>
                        </a:rPr>
                        <a:t>0.0028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18141"/>
      </p:ext>
    </p:extLst>
  </p:cSld>
  <p:clrMapOvr>
    <a:masterClrMapping/>
  </p:clrMapOvr>
</p:sld>
</file>

<file path=ppt/theme/theme1.xml><?xml version="1.0" encoding="utf-8"?>
<a:theme xmlns:a="http://schemas.openxmlformats.org/drawingml/2006/main" name="UiA - Lys">
  <a:themeElements>
    <a:clrScheme name="Egendefinert 1">
      <a:dk1>
        <a:srgbClr val="1B2343"/>
      </a:dk1>
      <a:lt1>
        <a:srgbClr val="FFFFFF"/>
      </a:lt1>
      <a:dk2>
        <a:srgbClr val="44546A"/>
      </a:dk2>
      <a:lt2>
        <a:srgbClr val="F7ECDD"/>
      </a:lt2>
      <a:accent1>
        <a:srgbClr val="561A19"/>
      </a:accent1>
      <a:accent2>
        <a:srgbClr val="811516"/>
      </a:accent2>
      <a:accent3>
        <a:srgbClr val="DF001D"/>
      </a:accent3>
      <a:accent4>
        <a:srgbClr val="E25F75"/>
      </a:accent4>
      <a:accent5>
        <a:srgbClr val="EB96A3"/>
      </a:accent5>
      <a:accent6>
        <a:srgbClr val="F3C5CC"/>
      </a:accent6>
      <a:hlink>
        <a:srgbClr val="C71837"/>
      </a:hlink>
      <a:folHlink>
        <a:srgbClr val="EFC5C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smaler_uia_2025_april" id="{D76E3F48-67D0-8E49-82C8-B8BBA27A6493}" vid="{AF693915-0137-A54F-AB70-D9E31521DF23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UiA - Lys</Template>
  <TotalTime>40</TotalTime>
  <Words>132</Words>
  <Application>Microsoft Macintosh PowerPoint</Application>
  <PresentationFormat>Widescreen</PresentationFormat>
  <Paragraphs>50</Paragraphs>
  <Slides>39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39</vt:i4>
      </vt:variant>
    </vt:vector>
  </HeadingPairs>
  <TitlesOfParts>
    <vt:vector size="44" baseType="lpstr">
      <vt:lpstr>Arial</vt:lpstr>
      <vt:lpstr>Arial</vt:lpstr>
      <vt:lpstr>Calibri</vt:lpstr>
      <vt:lpstr>Helvetica</vt:lpstr>
      <vt:lpstr>UiA - Lys</vt:lpstr>
      <vt:lpstr>PowerPoint-presentasjon</vt:lpstr>
      <vt:lpstr>PowerPoint-presentasjon</vt:lpstr>
      <vt:lpstr>Slik utvikler vi et bærekraftig universitet</vt:lpstr>
      <vt:lpstr>PowerPoint-presentasjon</vt:lpstr>
      <vt:lpstr>Tittel test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Maloppsett og ressurser</vt:lpstr>
      <vt:lpstr>Fjerne sidetall enkelt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Eikeland Fiskå</dc:creator>
  <cp:lastModifiedBy>Thomas Eikeland Fiskå</cp:lastModifiedBy>
  <cp:revision>8</cp:revision>
  <dcterms:created xsi:type="dcterms:W3CDTF">2025-04-22T12:45:36Z</dcterms:created>
  <dcterms:modified xsi:type="dcterms:W3CDTF">2025-10-09T11:46:31Z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2025-04-22T12:26:28Z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69180b85-24fb-41f8-8a47-c4e2d106668d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50, 3, 0, 1</vt:lpwstr>
  </property>
</Properties>
</file>